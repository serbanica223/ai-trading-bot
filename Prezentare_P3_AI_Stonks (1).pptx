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6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749DDC-311D-44B8-B4B1-2F1B58100A74}" type="doc">
      <dgm:prSet loTypeId="urn:microsoft.com/office/officeart/2016/7/layout/LinearBlockProcessNumbered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E31AA6-5098-4F65-BF68-E1F3315F1172}">
      <dgm:prSet/>
      <dgm:spPr/>
      <dgm:t>
        <a:bodyPr/>
        <a:lstStyle/>
        <a:p>
          <a:r>
            <a:rPr lang="ro-RO" b="0" i="0" baseline="0"/>
            <a:t>Analiza bursieră consumă mult timp</a:t>
          </a:r>
          <a:endParaRPr lang="en-US"/>
        </a:p>
      </dgm:t>
    </dgm:pt>
    <dgm:pt modelId="{5ED61B60-3B9D-40C3-A106-36FA2CCA4967}" type="parTrans" cxnId="{BB573C03-C51F-4497-AC15-D2E1B02C5820}">
      <dgm:prSet/>
      <dgm:spPr/>
      <dgm:t>
        <a:bodyPr/>
        <a:lstStyle/>
        <a:p>
          <a:endParaRPr lang="en-US"/>
        </a:p>
      </dgm:t>
    </dgm:pt>
    <dgm:pt modelId="{BFF6A301-E310-46DE-AE8D-4D08C5CC6C21}" type="sibTrans" cxnId="{BB573C03-C51F-4497-AC15-D2E1B02C582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93CA996-3ABE-4B8D-A18A-59E30903CBBD}">
      <dgm:prSet/>
      <dgm:spPr/>
      <dgm:t>
        <a:bodyPr/>
        <a:lstStyle/>
        <a:p>
          <a:r>
            <a:rPr lang="ro-RO" b="0" i="0" baseline="0" dirty="0"/>
            <a:t>Date fragmentate din surse multiple</a:t>
          </a:r>
          <a:endParaRPr lang="en-US" dirty="0"/>
        </a:p>
      </dgm:t>
    </dgm:pt>
    <dgm:pt modelId="{9ED14F61-7E29-4D55-86AB-6BDA44C67E3B}" type="parTrans" cxnId="{AE63720B-E85A-40CE-AD85-CDBB929A8A4D}">
      <dgm:prSet/>
      <dgm:spPr/>
      <dgm:t>
        <a:bodyPr/>
        <a:lstStyle/>
        <a:p>
          <a:endParaRPr lang="en-US"/>
        </a:p>
      </dgm:t>
    </dgm:pt>
    <dgm:pt modelId="{910A658B-174E-41C1-B7CD-82035E29A5B4}" type="sibTrans" cxnId="{AE63720B-E85A-40CE-AD85-CDBB929A8A4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8B8477F-5C6D-4B4A-B731-1EA98871D62E}">
      <dgm:prSet/>
      <dgm:spPr/>
      <dgm:t>
        <a:bodyPr/>
        <a:lstStyle/>
        <a:p>
          <a:r>
            <a:rPr lang="ro-RO" b="0" i="0" baseline="0"/>
            <a:t>Interpretare subiectivă a pieței</a:t>
          </a:r>
          <a:endParaRPr lang="en-US"/>
        </a:p>
      </dgm:t>
    </dgm:pt>
    <dgm:pt modelId="{C8427711-1C1F-411E-AB5B-ED6362725A1E}" type="parTrans" cxnId="{D0380A03-5B15-4A54-A563-7F55443D9935}">
      <dgm:prSet/>
      <dgm:spPr/>
      <dgm:t>
        <a:bodyPr/>
        <a:lstStyle/>
        <a:p>
          <a:endParaRPr lang="en-US"/>
        </a:p>
      </dgm:t>
    </dgm:pt>
    <dgm:pt modelId="{4B9BF249-B397-4C9C-9D4F-F10F582B656A}" type="sibTrans" cxnId="{D0380A03-5B15-4A54-A563-7F55443D993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CF01FF0-5294-4CFA-BE58-AEC325CBD936}">
      <dgm:prSet/>
      <dgm:spPr/>
      <dgm:t>
        <a:bodyPr/>
        <a:lstStyle/>
        <a:p>
          <a:r>
            <a:rPr lang="ro-RO" b="0" i="0" baseline="0"/>
            <a:t>Decizii bazate pe emoții</a:t>
          </a:r>
          <a:endParaRPr lang="en-US"/>
        </a:p>
      </dgm:t>
    </dgm:pt>
    <dgm:pt modelId="{04489A73-7FA8-4EFC-970B-3CBDCDF3CBA1}" type="parTrans" cxnId="{69E4AA81-4587-49B2-AEFD-6F7DFF8396BA}">
      <dgm:prSet/>
      <dgm:spPr/>
      <dgm:t>
        <a:bodyPr/>
        <a:lstStyle/>
        <a:p>
          <a:endParaRPr lang="en-US"/>
        </a:p>
      </dgm:t>
    </dgm:pt>
    <dgm:pt modelId="{3FB400CE-FB69-4564-92F1-250D08267312}" type="sibTrans" cxnId="{69E4AA81-4587-49B2-AEFD-6F7DFF8396B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D055C56-8289-44DE-AA34-0CBEC4D21218}">
      <dgm:prSet/>
      <dgm:spPr/>
      <dgm:t>
        <a:bodyPr/>
        <a:lstStyle/>
        <a:p>
          <a:r>
            <a:rPr lang="ro-RO" b="0" i="0" baseline="0"/>
            <a:t>Risc crescut de erori</a:t>
          </a:r>
          <a:endParaRPr lang="en-US"/>
        </a:p>
      </dgm:t>
    </dgm:pt>
    <dgm:pt modelId="{7788C0E6-5293-4FB9-B671-9F67886C0345}" type="parTrans" cxnId="{4F81807E-35F8-4B44-B8C8-A1784B562A94}">
      <dgm:prSet/>
      <dgm:spPr/>
      <dgm:t>
        <a:bodyPr/>
        <a:lstStyle/>
        <a:p>
          <a:endParaRPr lang="en-US"/>
        </a:p>
      </dgm:t>
    </dgm:pt>
    <dgm:pt modelId="{9E4B7BE3-0A8B-4308-87BE-BC2F42D0A02E}" type="sibTrans" cxnId="{4F81807E-35F8-4B44-B8C8-A1784B562A94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BD173DEB-B814-4E07-9FE5-98C30DCEBFF2}" type="pres">
      <dgm:prSet presAssocID="{E3749DDC-311D-44B8-B4B1-2F1B58100A74}" presName="Name0" presStyleCnt="0">
        <dgm:presLayoutVars>
          <dgm:animLvl val="lvl"/>
          <dgm:resizeHandles val="exact"/>
        </dgm:presLayoutVars>
      </dgm:prSet>
      <dgm:spPr/>
    </dgm:pt>
    <dgm:pt modelId="{DB33B9F2-B1A7-44E4-A01B-089B16E4A41D}" type="pres">
      <dgm:prSet presAssocID="{D2E31AA6-5098-4F65-BF68-E1F3315F1172}" presName="compositeNode" presStyleCnt="0">
        <dgm:presLayoutVars>
          <dgm:bulletEnabled val="1"/>
        </dgm:presLayoutVars>
      </dgm:prSet>
      <dgm:spPr/>
    </dgm:pt>
    <dgm:pt modelId="{F63DEF69-CD87-42E1-AAF3-70C5C9292C58}" type="pres">
      <dgm:prSet presAssocID="{D2E31AA6-5098-4F65-BF68-E1F3315F1172}" presName="bgRect" presStyleLbl="alignNode1" presStyleIdx="0" presStyleCnt="5"/>
      <dgm:spPr/>
    </dgm:pt>
    <dgm:pt modelId="{C59D6070-94D0-4883-BF93-F14FB9B7E5E0}" type="pres">
      <dgm:prSet presAssocID="{BFF6A301-E310-46DE-AE8D-4D08C5CC6C21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DDA313A-D192-4F5C-9F03-0DD541281F7E}" type="pres">
      <dgm:prSet presAssocID="{D2E31AA6-5098-4F65-BF68-E1F3315F1172}" presName="nodeRect" presStyleLbl="alignNode1" presStyleIdx="0" presStyleCnt="5">
        <dgm:presLayoutVars>
          <dgm:bulletEnabled val="1"/>
        </dgm:presLayoutVars>
      </dgm:prSet>
      <dgm:spPr/>
    </dgm:pt>
    <dgm:pt modelId="{F48F0005-AF71-4D59-9ADA-18328AF01B6A}" type="pres">
      <dgm:prSet presAssocID="{BFF6A301-E310-46DE-AE8D-4D08C5CC6C21}" presName="sibTrans" presStyleCnt="0"/>
      <dgm:spPr/>
    </dgm:pt>
    <dgm:pt modelId="{3BB8D042-6193-49A9-970E-10D59806EC63}" type="pres">
      <dgm:prSet presAssocID="{D93CA996-3ABE-4B8D-A18A-59E30903CBBD}" presName="compositeNode" presStyleCnt="0">
        <dgm:presLayoutVars>
          <dgm:bulletEnabled val="1"/>
        </dgm:presLayoutVars>
      </dgm:prSet>
      <dgm:spPr/>
    </dgm:pt>
    <dgm:pt modelId="{807204FE-9DFF-43A8-99BC-4A81EB755BEE}" type="pres">
      <dgm:prSet presAssocID="{D93CA996-3ABE-4B8D-A18A-59E30903CBBD}" presName="bgRect" presStyleLbl="alignNode1" presStyleIdx="1" presStyleCnt="5"/>
      <dgm:spPr/>
    </dgm:pt>
    <dgm:pt modelId="{F4223E47-6ABF-42DE-88B7-5F3941618467}" type="pres">
      <dgm:prSet presAssocID="{910A658B-174E-41C1-B7CD-82035E29A5B4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44D647B7-F356-4436-88A3-FB3326A52201}" type="pres">
      <dgm:prSet presAssocID="{D93CA996-3ABE-4B8D-A18A-59E30903CBBD}" presName="nodeRect" presStyleLbl="alignNode1" presStyleIdx="1" presStyleCnt="5">
        <dgm:presLayoutVars>
          <dgm:bulletEnabled val="1"/>
        </dgm:presLayoutVars>
      </dgm:prSet>
      <dgm:spPr/>
    </dgm:pt>
    <dgm:pt modelId="{D644D6D6-03F3-4B5E-891C-781C7D0B8505}" type="pres">
      <dgm:prSet presAssocID="{910A658B-174E-41C1-B7CD-82035E29A5B4}" presName="sibTrans" presStyleCnt="0"/>
      <dgm:spPr/>
    </dgm:pt>
    <dgm:pt modelId="{6B2CEF3A-7979-4165-954B-120D53F792D9}" type="pres">
      <dgm:prSet presAssocID="{58B8477F-5C6D-4B4A-B731-1EA98871D62E}" presName="compositeNode" presStyleCnt="0">
        <dgm:presLayoutVars>
          <dgm:bulletEnabled val="1"/>
        </dgm:presLayoutVars>
      </dgm:prSet>
      <dgm:spPr/>
    </dgm:pt>
    <dgm:pt modelId="{484C03BA-4969-4843-8262-133AC275D377}" type="pres">
      <dgm:prSet presAssocID="{58B8477F-5C6D-4B4A-B731-1EA98871D62E}" presName="bgRect" presStyleLbl="alignNode1" presStyleIdx="2" presStyleCnt="5"/>
      <dgm:spPr/>
    </dgm:pt>
    <dgm:pt modelId="{2DBC4868-6B94-4495-94DF-62924ED1ABA5}" type="pres">
      <dgm:prSet presAssocID="{4B9BF249-B397-4C9C-9D4F-F10F582B656A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C511770B-5418-4C87-A62F-4BE2506F370B}" type="pres">
      <dgm:prSet presAssocID="{58B8477F-5C6D-4B4A-B731-1EA98871D62E}" presName="nodeRect" presStyleLbl="alignNode1" presStyleIdx="2" presStyleCnt="5">
        <dgm:presLayoutVars>
          <dgm:bulletEnabled val="1"/>
        </dgm:presLayoutVars>
      </dgm:prSet>
      <dgm:spPr/>
    </dgm:pt>
    <dgm:pt modelId="{4D1C54FF-BFC3-4CB3-A675-74CE575084FE}" type="pres">
      <dgm:prSet presAssocID="{4B9BF249-B397-4C9C-9D4F-F10F582B656A}" presName="sibTrans" presStyleCnt="0"/>
      <dgm:spPr/>
    </dgm:pt>
    <dgm:pt modelId="{38CD6789-339E-466E-B06A-B42A1E754766}" type="pres">
      <dgm:prSet presAssocID="{5CF01FF0-5294-4CFA-BE58-AEC325CBD936}" presName="compositeNode" presStyleCnt="0">
        <dgm:presLayoutVars>
          <dgm:bulletEnabled val="1"/>
        </dgm:presLayoutVars>
      </dgm:prSet>
      <dgm:spPr/>
    </dgm:pt>
    <dgm:pt modelId="{3649CA74-C9BC-4B8A-ACF9-7115496E131B}" type="pres">
      <dgm:prSet presAssocID="{5CF01FF0-5294-4CFA-BE58-AEC325CBD936}" presName="bgRect" presStyleLbl="alignNode1" presStyleIdx="3" presStyleCnt="5"/>
      <dgm:spPr/>
    </dgm:pt>
    <dgm:pt modelId="{77D2FE8A-D686-42F8-BFD3-C3207BB68884}" type="pres">
      <dgm:prSet presAssocID="{3FB400CE-FB69-4564-92F1-250D08267312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DE564123-1CEB-4AB2-B7EC-FEA2306CA964}" type="pres">
      <dgm:prSet presAssocID="{5CF01FF0-5294-4CFA-BE58-AEC325CBD936}" presName="nodeRect" presStyleLbl="alignNode1" presStyleIdx="3" presStyleCnt="5">
        <dgm:presLayoutVars>
          <dgm:bulletEnabled val="1"/>
        </dgm:presLayoutVars>
      </dgm:prSet>
      <dgm:spPr/>
    </dgm:pt>
    <dgm:pt modelId="{8C245729-3230-4B32-B33C-8C779CC71E16}" type="pres">
      <dgm:prSet presAssocID="{3FB400CE-FB69-4564-92F1-250D08267312}" presName="sibTrans" presStyleCnt="0"/>
      <dgm:spPr/>
    </dgm:pt>
    <dgm:pt modelId="{80416C31-8922-48BF-82DE-477708F7C127}" type="pres">
      <dgm:prSet presAssocID="{6D055C56-8289-44DE-AA34-0CBEC4D21218}" presName="compositeNode" presStyleCnt="0">
        <dgm:presLayoutVars>
          <dgm:bulletEnabled val="1"/>
        </dgm:presLayoutVars>
      </dgm:prSet>
      <dgm:spPr/>
    </dgm:pt>
    <dgm:pt modelId="{34F14E5C-5EC5-4CAD-B7D0-A36B10EB04AB}" type="pres">
      <dgm:prSet presAssocID="{6D055C56-8289-44DE-AA34-0CBEC4D21218}" presName="bgRect" presStyleLbl="alignNode1" presStyleIdx="4" presStyleCnt="5"/>
      <dgm:spPr/>
    </dgm:pt>
    <dgm:pt modelId="{CFB68852-41CC-4444-89D2-E777CD37D864}" type="pres">
      <dgm:prSet presAssocID="{9E4B7BE3-0A8B-4308-87BE-BC2F42D0A02E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038F199E-8CCA-4EAF-90D2-D781355E9FF7}" type="pres">
      <dgm:prSet presAssocID="{6D055C56-8289-44DE-AA34-0CBEC4D21218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D0380A03-5B15-4A54-A563-7F55443D9935}" srcId="{E3749DDC-311D-44B8-B4B1-2F1B58100A74}" destId="{58B8477F-5C6D-4B4A-B731-1EA98871D62E}" srcOrd="2" destOrd="0" parTransId="{C8427711-1C1F-411E-AB5B-ED6362725A1E}" sibTransId="{4B9BF249-B397-4C9C-9D4F-F10F582B656A}"/>
    <dgm:cxn modelId="{BB573C03-C51F-4497-AC15-D2E1B02C5820}" srcId="{E3749DDC-311D-44B8-B4B1-2F1B58100A74}" destId="{D2E31AA6-5098-4F65-BF68-E1F3315F1172}" srcOrd="0" destOrd="0" parTransId="{5ED61B60-3B9D-40C3-A106-36FA2CCA4967}" sibTransId="{BFF6A301-E310-46DE-AE8D-4D08C5CC6C21}"/>
    <dgm:cxn modelId="{4D78A808-63C0-4737-8DBB-646816E7836A}" type="presOf" srcId="{D2E31AA6-5098-4F65-BF68-E1F3315F1172}" destId="{1DDA313A-D192-4F5C-9F03-0DD541281F7E}" srcOrd="1" destOrd="0" presId="urn:microsoft.com/office/officeart/2016/7/layout/LinearBlockProcessNumbered"/>
    <dgm:cxn modelId="{AE63720B-E85A-40CE-AD85-CDBB929A8A4D}" srcId="{E3749DDC-311D-44B8-B4B1-2F1B58100A74}" destId="{D93CA996-3ABE-4B8D-A18A-59E30903CBBD}" srcOrd="1" destOrd="0" parTransId="{9ED14F61-7E29-4D55-86AB-6BDA44C67E3B}" sibTransId="{910A658B-174E-41C1-B7CD-82035E29A5B4}"/>
    <dgm:cxn modelId="{067C2226-59CB-4A63-B5EE-C0E5E3408C91}" type="presOf" srcId="{BFF6A301-E310-46DE-AE8D-4D08C5CC6C21}" destId="{C59D6070-94D0-4883-BF93-F14FB9B7E5E0}" srcOrd="0" destOrd="0" presId="urn:microsoft.com/office/officeart/2016/7/layout/LinearBlockProcessNumbered"/>
    <dgm:cxn modelId="{0D178A26-DCAB-42F6-94B7-419D4CB49024}" type="presOf" srcId="{4B9BF249-B397-4C9C-9D4F-F10F582B656A}" destId="{2DBC4868-6B94-4495-94DF-62924ED1ABA5}" srcOrd="0" destOrd="0" presId="urn:microsoft.com/office/officeart/2016/7/layout/LinearBlockProcessNumbered"/>
    <dgm:cxn modelId="{EA324A3B-64CB-442B-9893-684921BDAB4E}" type="presOf" srcId="{3FB400CE-FB69-4564-92F1-250D08267312}" destId="{77D2FE8A-D686-42F8-BFD3-C3207BB68884}" srcOrd="0" destOrd="0" presId="urn:microsoft.com/office/officeart/2016/7/layout/LinearBlockProcessNumbered"/>
    <dgm:cxn modelId="{54B0A75B-3672-4822-8597-ABEEB12202E4}" type="presOf" srcId="{E3749DDC-311D-44B8-B4B1-2F1B58100A74}" destId="{BD173DEB-B814-4E07-9FE5-98C30DCEBFF2}" srcOrd="0" destOrd="0" presId="urn:microsoft.com/office/officeart/2016/7/layout/LinearBlockProcessNumbered"/>
    <dgm:cxn modelId="{0AF77C5F-791D-44CF-B7DA-D42991707932}" type="presOf" srcId="{5CF01FF0-5294-4CFA-BE58-AEC325CBD936}" destId="{DE564123-1CEB-4AB2-B7EC-FEA2306CA964}" srcOrd="1" destOrd="0" presId="urn:microsoft.com/office/officeart/2016/7/layout/LinearBlockProcessNumbered"/>
    <dgm:cxn modelId="{93D92E4A-5F54-4FB9-B496-779525C7442A}" type="presOf" srcId="{58B8477F-5C6D-4B4A-B731-1EA98871D62E}" destId="{484C03BA-4969-4843-8262-133AC275D377}" srcOrd="0" destOrd="0" presId="urn:microsoft.com/office/officeart/2016/7/layout/LinearBlockProcessNumbered"/>
    <dgm:cxn modelId="{D2D2FC6C-86EE-40BF-8C5E-45F9DBD70D31}" type="presOf" srcId="{910A658B-174E-41C1-B7CD-82035E29A5B4}" destId="{F4223E47-6ABF-42DE-88B7-5F3941618467}" srcOrd="0" destOrd="0" presId="urn:microsoft.com/office/officeart/2016/7/layout/LinearBlockProcessNumbered"/>
    <dgm:cxn modelId="{8C340B72-3B25-463D-8878-05B2DCFBC1E4}" type="presOf" srcId="{D93CA996-3ABE-4B8D-A18A-59E30903CBBD}" destId="{44D647B7-F356-4436-88A3-FB3326A52201}" srcOrd="1" destOrd="0" presId="urn:microsoft.com/office/officeart/2016/7/layout/LinearBlockProcessNumbered"/>
    <dgm:cxn modelId="{4F81807E-35F8-4B44-B8C8-A1784B562A94}" srcId="{E3749DDC-311D-44B8-B4B1-2F1B58100A74}" destId="{6D055C56-8289-44DE-AA34-0CBEC4D21218}" srcOrd="4" destOrd="0" parTransId="{7788C0E6-5293-4FB9-B671-9F67886C0345}" sibTransId="{9E4B7BE3-0A8B-4308-87BE-BC2F42D0A02E}"/>
    <dgm:cxn modelId="{69E4AA81-4587-49B2-AEFD-6F7DFF8396BA}" srcId="{E3749DDC-311D-44B8-B4B1-2F1B58100A74}" destId="{5CF01FF0-5294-4CFA-BE58-AEC325CBD936}" srcOrd="3" destOrd="0" parTransId="{04489A73-7FA8-4EFC-970B-3CBDCDF3CBA1}" sibTransId="{3FB400CE-FB69-4564-92F1-250D08267312}"/>
    <dgm:cxn modelId="{623274A7-2406-4CCE-86B0-EC459B118EEC}" type="presOf" srcId="{D93CA996-3ABE-4B8D-A18A-59E30903CBBD}" destId="{807204FE-9DFF-43A8-99BC-4A81EB755BEE}" srcOrd="0" destOrd="0" presId="urn:microsoft.com/office/officeart/2016/7/layout/LinearBlockProcessNumbered"/>
    <dgm:cxn modelId="{4F538CAF-159A-404D-B862-D535C3FE5F16}" type="presOf" srcId="{58B8477F-5C6D-4B4A-B731-1EA98871D62E}" destId="{C511770B-5418-4C87-A62F-4BE2506F370B}" srcOrd="1" destOrd="0" presId="urn:microsoft.com/office/officeart/2016/7/layout/LinearBlockProcessNumbered"/>
    <dgm:cxn modelId="{43CC9BB4-E2EF-4C61-8350-901343C91503}" type="presOf" srcId="{5CF01FF0-5294-4CFA-BE58-AEC325CBD936}" destId="{3649CA74-C9BC-4B8A-ACF9-7115496E131B}" srcOrd="0" destOrd="0" presId="urn:microsoft.com/office/officeart/2016/7/layout/LinearBlockProcessNumbered"/>
    <dgm:cxn modelId="{CC9A15DF-B6C7-4368-99D5-7BED4478B149}" type="presOf" srcId="{6D055C56-8289-44DE-AA34-0CBEC4D21218}" destId="{34F14E5C-5EC5-4CAD-B7D0-A36B10EB04AB}" srcOrd="0" destOrd="0" presId="urn:microsoft.com/office/officeart/2016/7/layout/LinearBlockProcessNumbered"/>
    <dgm:cxn modelId="{072DA4F2-CB93-45D0-81DC-FC28EB642493}" type="presOf" srcId="{6D055C56-8289-44DE-AA34-0CBEC4D21218}" destId="{038F199E-8CCA-4EAF-90D2-D781355E9FF7}" srcOrd="1" destOrd="0" presId="urn:microsoft.com/office/officeart/2016/7/layout/LinearBlockProcessNumbered"/>
    <dgm:cxn modelId="{466E68F5-4DCE-4034-9EB1-04312D5758B3}" type="presOf" srcId="{D2E31AA6-5098-4F65-BF68-E1F3315F1172}" destId="{F63DEF69-CD87-42E1-AAF3-70C5C9292C58}" srcOrd="0" destOrd="0" presId="urn:microsoft.com/office/officeart/2016/7/layout/LinearBlockProcessNumbered"/>
    <dgm:cxn modelId="{0A97ABF6-78F0-4F1A-AA7C-91E89585A380}" type="presOf" srcId="{9E4B7BE3-0A8B-4308-87BE-BC2F42D0A02E}" destId="{CFB68852-41CC-4444-89D2-E777CD37D864}" srcOrd="0" destOrd="0" presId="urn:microsoft.com/office/officeart/2016/7/layout/LinearBlockProcessNumbered"/>
    <dgm:cxn modelId="{AEDCDE92-041D-480C-B8D7-644E98D25A8B}" type="presParOf" srcId="{BD173DEB-B814-4E07-9FE5-98C30DCEBFF2}" destId="{DB33B9F2-B1A7-44E4-A01B-089B16E4A41D}" srcOrd="0" destOrd="0" presId="urn:microsoft.com/office/officeart/2016/7/layout/LinearBlockProcessNumbered"/>
    <dgm:cxn modelId="{96D2209D-5BA3-4B24-9A72-EE939B8C8CE2}" type="presParOf" srcId="{DB33B9F2-B1A7-44E4-A01B-089B16E4A41D}" destId="{F63DEF69-CD87-42E1-AAF3-70C5C9292C58}" srcOrd="0" destOrd="0" presId="urn:microsoft.com/office/officeart/2016/7/layout/LinearBlockProcessNumbered"/>
    <dgm:cxn modelId="{56D4A9DB-1C38-4188-8EB5-3EEAE04804CD}" type="presParOf" srcId="{DB33B9F2-B1A7-44E4-A01B-089B16E4A41D}" destId="{C59D6070-94D0-4883-BF93-F14FB9B7E5E0}" srcOrd="1" destOrd="0" presId="urn:microsoft.com/office/officeart/2016/7/layout/LinearBlockProcessNumbered"/>
    <dgm:cxn modelId="{8E82F52D-947D-4BF9-93AC-70EE15CF3329}" type="presParOf" srcId="{DB33B9F2-B1A7-44E4-A01B-089B16E4A41D}" destId="{1DDA313A-D192-4F5C-9F03-0DD541281F7E}" srcOrd="2" destOrd="0" presId="urn:microsoft.com/office/officeart/2016/7/layout/LinearBlockProcessNumbered"/>
    <dgm:cxn modelId="{EDBFE214-EC1D-440B-A097-580B795AF1D9}" type="presParOf" srcId="{BD173DEB-B814-4E07-9FE5-98C30DCEBFF2}" destId="{F48F0005-AF71-4D59-9ADA-18328AF01B6A}" srcOrd="1" destOrd="0" presId="urn:microsoft.com/office/officeart/2016/7/layout/LinearBlockProcessNumbered"/>
    <dgm:cxn modelId="{E900586D-616C-4ABB-83A3-000E951773C1}" type="presParOf" srcId="{BD173DEB-B814-4E07-9FE5-98C30DCEBFF2}" destId="{3BB8D042-6193-49A9-970E-10D59806EC63}" srcOrd="2" destOrd="0" presId="urn:microsoft.com/office/officeart/2016/7/layout/LinearBlockProcessNumbered"/>
    <dgm:cxn modelId="{6875AB18-ADD4-4991-A747-C293624F1BA9}" type="presParOf" srcId="{3BB8D042-6193-49A9-970E-10D59806EC63}" destId="{807204FE-9DFF-43A8-99BC-4A81EB755BEE}" srcOrd="0" destOrd="0" presId="urn:microsoft.com/office/officeart/2016/7/layout/LinearBlockProcessNumbered"/>
    <dgm:cxn modelId="{C5AB2BEE-559E-4DDC-A4F3-42AE4E2274C7}" type="presParOf" srcId="{3BB8D042-6193-49A9-970E-10D59806EC63}" destId="{F4223E47-6ABF-42DE-88B7-5F3941618467}" srcOrd="1" destOrd="0" presId="urn:microsoft.com/office/officeart/2016/7/layout/LinearBlockProcessNumbered"/>
    <dgm:cxn modelId="{EC3F99EF-A630-473E-B41E-FF737CF90E4D}" type="presParOf" srcId="{3BB8D042-6193-49A9-970E-10D59806EC63}" destId="{44D647B7-F356-4436-88A3-FB3326A52201}" srcOrd="2" destOrd="0" presId="urn:microsoft.com/office/officeart/2016/7/layout/LinearBlockProcessNumbered"/>
    <dgm:cxn modelId="{B97E5BC1-6028-4331-B99D-66A4399F291B}" type="presParOf" srcId="{BD173DEB-B814-4E07-9FE5-98C30DCEBFF2}" destId="{D644D6D6-03F3-4B5E-891C-781C7D0B8505}" srcOrd="3" destOrd="0" presId="urn:microsoft.com/office/officeart/2016/7/layout/LinearBlockProcessNumbered"/>
    <dgm:cxn modelId="{DA52B208-5F00-4FD0-8512-13E183C2C368}" type="presParOf" srcId="{BD173DEB-B814-4E07-9FE5-98C30DCEBFF2}" destId="{6B2CEF3A-7979-4165-954B-120D53F792D9}" srcOrd="4" destOrd="0" presId="urn:microsoft.com/office/officeart/2016/7/layout/LinearBlockProcessNumbered"/>
    <dgm:cxn modelId="{5E0A34B8-F2BE-4F89-8BA6-15059DFC5A0C}" type="presParOf" srcId="{6B2CEF3A-7979-4165-954B-120D53F792D9}" destId="{484C03BA-4969-4843-8262-133AC275D377}" srcOrd="0" destOrd="0" presId="urn:microsoft.com/office/officeart/2016/7/layout/LinearBlockProcessNumbered"/>
    <dgm:cxn modelId="{5D03FC91-4448-4158-A57E-6DD579CFA96A}" type="presParOf" srcId="{6B2CEF3A-7979-4165-954B-120D53F792D9}" destId="{2DBC4868-6B94-4495-94DF-62924ED1ABA5}" srcOrd="1" destOrd="0" presId="urn:microsoft.com/office/officeart/2016/7/layout/LinearBlockProcessNumbered"/>
    <dgm:cxn modelId="{862C83BE-F109-4FF2-AE1B-597107D95E6E}" type="presParOf" srcId="{6B2CEF3A-7979-4165-954B-120D53F792D9}" destId="{C511770B-5418-4C87-A62F-4BE2506F370B}" srcOrd="2" destOrd="0" presId="urn:microsoft.com/office/officeart/2016/7/layout/LinearBlockProcessNumbered"/>
    <dgm:cxn modelId="{E022E3B4-5B9C-47F4-A628-4E97A2DEB103}" type="presParOf" srcId="{BD173DEB-B814-4E07-9FE5-98C30DCEBFF2}" destId="{4D1C54FF-BFC3-4CB3-A675-74CE575084FE}" srcOrd="5" destOrd="0" presId="urn:microsoft.com/office/officeart/2016/7/layout/LinearBlockProcessNumbered"/>
    <dgm:cxn modelId="{624D46D3-6624-48B8-B997-F7C0815D06D5}" type="presParOf" srcId="{BD173DEB-B814-4E07-9FE5-98C30DCEBFF2}" destId="{38CD6789-339E-466E-B06A-B42A1E754766}" srcOrd="6" destOrd="0" presId="urn:microsoft.com/office/officeart/2016/7/layout/LinearBlockProcessNumbered"/>
    <dgm:cxn modelId="{7F70B175-3F9D-4BA8-B748-986EDE21AC57}" type="presParOf" srcId="{38CD6789-339E-466E-B06A-B42A1E754766}" destId="{3649CA74-C9BC-4B8A-ACF9-7115496E131B}" srcOrd="0" destOrd="0" presId="urn:microsoft.com/office/officeart/2016/7/layout/LinearBlockProcessNumbered"/>
    <dgm:cxn modelId="{FA7E5D84-8425-4571-B14C-7D1261140B94}" type="presParOf" srcId="{38CD6789-339E-466E-B06A-B42A1E754766}" destId="{77D2FE8A-D686-42F8-BFD3-C3207BB68884}" srcOrd="1" destOrd="0" presId="urn:microsoft.com/office/officeart/2016/7/layout/LinearBlockProcessNumbered"/>
    <dgm:cxn modelId="{78293E5C-8886-4D3F-8222-B92AE125EE14}" type="presParOf" srcId="{38CD6789-339E-466E-B06A-B42A1E754766}" destId="{DE564123-1CEB-4AB2-B7EC-FEA2306CA964}" srcOrd="2" destOrd="0" presId="urn:microsoft.com/office/officeart/2016/7/layout/LinearBlockProcessNumbered"/>
    <dgm:cxn modelId="{B402C02F-633E-40B8-BCE8-48E5201F5403}" type="presParOf" srcId="{BD173DEB-B814-4E07-9FE5-98C30DCEBFF2}" destId="{8C245729-3230-4B32-B33C-8C779CC71E16}" srcOrd="7" destOrd="0" presId="urn:microsoft.com/office/officeart/2016/7/layout/LinearBlockProcessNumbered"/>
    <dgm:cxn modelId="{6490688F-6685-439A-98AE-FAF99FA380F5}" type="presParOf" srcId="{BD173DEB-B814-4E07-9FE5-98C30DCEBFF2}" destId="{80416C31-8922-48BF-82DE-477708F7C127}" srcOrd="8" destOrd="0" presId="urn:microsoft.com/office/officeart/2016/7/layout/LinearBlockProcessNumbered"/>
    <dgm:cxn modelId="{AF8F12AD-0D98-41FD-ACA2-3D02DB8F33B2}" type="presParOf" srcId="{80416C31-8922-48BF-82DE-477708F7C127}" destId="{34F14E5C-5EC5-4CAD-B7D0-A36B10EB04AB}" srcOrd="0" destOrd="0" presId="urn:microsoft.com/office/officeart/2016/7/layout/LinearBlockProcessNumbered"/>
    <dgm:cxn modelId="{B4F1A2DD-FD43-492A-B934-CE27A7A7C123}" type="presParOf" srcId="{80416C31-8922-48BF-82DE-477708F7C127}" destId="{CFB68852-41CC-4444-89D2-E777CD37D864}" srcOrd="1" destOrd="0" presId="urn:microsoft.com/office/officeart/2016/7/layout/LinearBlockProcessNumbered"/>
    <dgm:cxn modelId="{7E537ED5-4DE0-49E7-87B3-BA9A18F18F97}" type="presParOf" srcId="{80416C31-8922-48BF-82DE-477708F7C127}" destId="{038F199E-8CCA-4EAF-90D2-D781355E9FF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67A9C3-A480-40CC-909A-72214BA07A8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9E4CAF-35AE-4521-BD26-0C3C31EDA602}">
      <dgm:prSet/>
      <dgm:spPr/>
      <dgm:t>
        <a:bodyPr/>
        <a:lstStyle/>
        <a:p>
          <a:r>
            <a:rPr lang="ro-RO" b="0" i="0" baseline="0"/>
            <a:t>Decizii investiționale ineficiente</a:t>
          </a:r>
          <a:endParaRPr lang="en-US"/>
        </a:p>
      </dgm:t>
    </dgm:pt>
    <dgm:pt modelId="{E3A0284F-7265-49C3-8A91-43344CE22C2D}" type="parTrans" cxnId="{2B6A7472-0663-4509-B1F5-5968BD661FC1}">
      <dgm:prSet/>
      <dgm:spPr/>
      <dgm:t>
        <a:bodyPr/>
        <a:lstStyle/>
        <a:p>
          <a:endParaRPr lang="en-US"/>
        </a:p>
      </dgm:t>
    </dgm:pt>
    <dgm:pt modelId="{440F7AF2-02E3-487A-B5DD-9871C92405EF}" type="sibTrans" cxnId="{2B6A7472-0663-4509-B1F5-5968BD661FC1}">
      <dgm:prSet/>
      <dgm:spPr/>
      <dgm:t>
        <a:bodyPr/>
        <a:lstStyle/>
        <a:p>
          <a:endParaRPr lang="en-US"/>
        </a:p>
      </dgm:t>
    </dgm:pt>
    <dgm:pt modelId="{4CC2CEEC-E2D7-4B14-83F4-9DD82D09EF8E}">
      <dgm:prSet/>
      <dgm:spPr/>
      <dgm:t>
        <a:bodyPr/>
        <a:lstStyle/>
        <a:p>
          <a:r>
            <a:rPr lang="ro-RO" b="0" i="0" baseline="0"/>
            <a:t>Pierderi financiare potențiale</a:t>
          </a:r>
          <a:endParaRPr lang="en-US"/>
        </a:p>
      </dgm:t>
    </dgm:pt>
    <dgm:pt modelId="{9AC992DB-83F9-4367-80D7-2AA4BEFF4788}" type="parTrans" cxnId="{608A6F42-A8AA-4AAE-A2DA-CBC15DF07A8A}">
      <dgm:prSet/>
      <dgm:spPr/>
      <dgm:t>
        <a:bodyPr/>
        <a:lstStyle/>
        <a:p>
          <a:endParaRPr lang="en-US"/>
        </a:p>
      </dgm:t>
    </dgm:pt>
    <dgm:pt modelId="{954C1813-EFE7-4BA3-88A8-895B453FE795}" type="sibTrans" cxnId="{608A6F42-A8AA-4AAE-A2DA-CBC15DF07A8A}">
      <dgm:prSet/>
      <dgm:spPr/>
      <dgm:t>
        <a:bodyPr/>
        <a:lstStyle/>
        <a:p>
          <a:endParaRPr lang="en-US"/>
        </a:p>
      </dgm:t>
    </dgm:pt>
    <dgm:pt modelId="{F615E2C6-73F8-41E1-ACBA-130FDB856409}">
      <dgm:prSet/>
      <dgm:spPr/>
      <dgm:t>
        <a:bodyPr/>
        <a:lstStyle/>
        <a:p>
          <a:r>
            <a:rPr lang="ro-RO" b="0" i="0" baseline="0"/>
            <a:t>Lipsă încredere în semnale</a:t>
          </a:r>
          <a:endParaRPr lang="en-US"/>
        </a:p>
      </dgm:t>
    </dgm:pt>
    <dgm:pt modelId="{7B3DCBB8-86B2-4843-A52D-292FFE973847}" type="parTrans" cxnId="{B824B06B-97FD-4353-A337-30B4F845F413}">
      <dgm:prSet/>
      <dgm:spPr/>
      <dgm:t>
        <a:bodyPr/>
        <a:lstStyle/>
        <a:p>
          <a:endParaRPr lang="en-US"/>
        </a:p>
      </dgm:t>
    </dgm:pt>
    <dgm:pt modelId="{1191194E-8BAC-48FB-8590-EA9450CA4E9F}" type="sibTrans" cxnId="{B824B06B-97FD-4353-A337-30B4F845F413}">
      <dgm:prSet/>
      <dgm:spPr/>
      <dgm:t>
        <a:bodyPr/>
        <a:lstStyle/>
        <a:p>
          <a:endParaRPr lang="en-US"/>
        </a:p>
      </dgm:t>
    </dgm:pt>
    <dgm:pt modelId="{82858646-5F23-4009-B5A8-8150619542C5}">
      <dgm:prSet/>
      <dgm:spPr/>
      <dgm:t>
        <a:bodyPr/>
        <a:lstStyle/>
        <a:p>
          <a:r>
            <a:rPr lang="ro-RO" b="0" i="0" baseline="0"/>
            <a:t>Suprasolicitare informațională</a:t>
          </a:r>
          <a:endParaRPr lang="en-US"/>
        </a:p>
      </dgm:t>
    </dgm:pt>
    <dgm:pt modelId="{EB2EECB2-7011-4BFF-825A-26A80556748B}" type="parTrans" cxnId="{25EE7529-65A0-4FA8-ACFD-71865012E394}">
      <dgm:prSet/>
      <dgm:spPr/>
      <dgm:t>
        <a:bodyPr/>
        <a:lstStyle/>
        <a:p>
          <a:endParaRPr lang="en-US"/>
        </a:p>
      </dgm:t>
    </dgm:pt>
    <dgm:pt modelId="{41B6F519-A759-4A24-800F-8C1EA81D21A4}" type="sibTrans" cxnId="{25EE7529-65A0-4FA8-ACFD-71865012E394}">
      <dgm:prSet/>
      <dgm:spPr/>
      <dgm:t>
        <a:bodyPr/>
        <a:lstStyle/>
        <a:p>
          <a:endParaRPr lang="en-US"/>
        </a:p>
      </dgm:t>
    </dgm:pt>
    <dgm:pt modelId="{71FC38C7-C45E-4C2A-B971-06765BA46751}">
      <dgm:prSet/>
      <dgm:spPr/>
      <dgm:t>
        <a:bodyPr/>
        <a:lstStyle/>
        <a:p>
          <a:r>
            <a:rPr lang="ro-RO" b="0" i="0" baseline="0"/>
            <a:t>Reacție lentă la piață</a:t>
          </a:r>
          <a:endParaRPr lang="en-US"/>
        </a:p>
      </dgm:t>
    </dgm:pt>
    <dgm:pt modelId="{10468F94-8144-43CF-B346-CC3D8BED404B}" type="parTrans" cxnId="{3EA74D06-46F1-4B1E-B81A-A5E5C4207263}">
      <dgm:prSet/>
      <dgm:spPr/>
      <dgm:t>
        <a:bodyPr/>
        <a:lstStyle/>
        <a:p>
          <a:endParaRPr lang="en-US"/>
        </a:p>
      </dgm:t>
    </dgm:pt>
    <dgm:pt modelId="{65F56F9B-C53C-4F57-A254-8B66D6FC4FCE}" type="sibTrans" cxnId="{3EA74D06-46F1-4B1E-B81A-A5E5C4207263}">
      <dgm:prSet/>
      <dgm:spPr/>
      <dgm:t>
        <a:bodyPr/>
        <a:lstStyle/>
        <a:p>
          <a:endParaRPr lang="en-US"/>
        </a:p>
      </dgm:t>
    </dgm:pt>
    <dgm:pt modelId="{4AA88EC1-39F4-47D2-8E03-4E88FF921F93}" type="pres">
      <dgm:prSet presAssocID="{0467A9C3-A480-40CC-909A-72214BA07A85}" presName="diagram" presStyleCnt="0">
        <dgm:presLayoutVars>
          <dgm:dir/>
          <dgm:resizeHandles val="exact"/>
        </dgm:presLayoutVars>
      </dgm:prSet>
      <dgm:spPr/>
    </dgm:pt>
    <dgm:pt modelId="{F14712F9-342D-4FF2-BFE4-E61B33B4CF96}" type="pres">
      <dgm:prSet presAssocID="{799E4CAF-35AE-4521-BD26-0C3C31EDA602}" presName="node" presStyleLbl="node1" presStyleIdx="0" presStyleCnt="5">
        <dgm:presLayoutVars>
          <dgm:bulletEnabled val="1"/>
        </dgm:presLayoutVars>
      </dgm:prSet>
      <dgm:spPr/>
    </dgm:pt>
    <dgm:pt modelId="{FB1BC271-6D22-4DC9-A951-25ACBA6F06DE}" type="pres">
      <dgm:prSet presAssocID="{440F7AF2-02E3-487A-B5DD-9871C92405EF}" presName="sibTrans" presStyleCnt="0"/>
      <dgm:spPr/>
    </dgm:pt>
    <dgm:pt modelId="{A9BF05E2-7973-467B-92CD-8B542A579405}" type="pres">
      <dgm:prSet presAssocID="{4CC2CEEC-E2D7-4B14-83F4-9DD82D09EF8E}" presName="node" presStyleLbl="node1" presStyleIdx="1" presStyleCnt="5">
        <dgm:presLayoutVars>
          <dgm:bulletEnabled val="1"/>
        </dgm:presLayoutVars>
      </dgm:prSet>
      <dgm:spPr/>
    </dgm:pt>
    <dgm:pt modelId="{8F1EA9E3-4774-4276-BA87-395CE5402584}" type="pres">
      <dgm:prSet presAssocID="{954C1813-EFE7-4BA3-88A8-895B453FE795}" presName="sibTrans" presStyleCnt="0"/>
      <dgm:spPr/>
    </dgm:pt>
    <dgm:pt modelId="{D0CC43EA-508E-4CF2-9BD0-2056A7A3EECB}" type="pres">
      <dgm:prSet presAssocID="{F615E2C6-73F8-41E1-ACBA-130FDB856409}" presName="node" presStyleLbl="node1" presStyleIdx="2" presStyleCnt="5">
        <dgm:presLayoutVars>
          <dgm:bulletEnabled val="1"/>
        </dgm:presLayoutVars>
      </dgm:prSet>
      <dgm:spPr/>
    </dgm:pt>
    <dgm:pt modelId="{C75E9342-1B9D-45B0-9440-FD2D24967898}" type="pres">
      <dgm:prSet presAssocID="{1191194E-8BAC-48FB-8590-EA9450CA4E9F}" presName="sibTrans" presStyleCnt="0"/>
      <dgm:spPr/>
    </dgm:pt>
    <dgm:pt modelId="{5F11976D-65B2-42D8-B4F7-24E6D6EACE1D}" type="pres">
      <dgm:prSet presAssocID="{82858646-5F23-4009-B5A8-8150619542C5}" presName="node" presStyleLbl="node1" presStyleIdx="3" presStyleCnt="5">
        <dgm:presLayoutVars>
          <dgm:bulletEnabled val="1"/>
        </dgm:presLayoutVars>
      </dgm:prSet>
      <dgm:spPr/>
    </dgm:pt>
    <dgm:pt modelId="{9969F339-B4BD-44B6-8F01-372F6F1D19A0}" type="pres">
      <dgm:prSet presAssocID="{41B6F519-A759-4A24-800F-8C1EA81D21A4}" presName="sibTrans" presStyleCnt="0"/>
      <dgm:spPr/>
    </dgm:pt>
    <dgm:pt modelId="{73F9C7D1-55BF-4A69-A167-ECF29DA767DE}" type="pres">
      <dgm:prSet presAssocID="{71FC38C7-C45E-4C2A-B971-06765BA46751}" presName="node" presStyleLbl="node1" presStyleIdx="4" presStyleCnt="5">
        <dgm:presLayoutVars>
          <dgm:bulletEnabled val="1"/>
        </dgm:presLayoutVars>
      </dgm:prSet>
      <dgm:spPr/>
    </dgm:pt>
  </dgm:ptLst>
  <dgm:cxnLst>
    <dgm:cxn modelId="{3EA74D06-46F1-4B1E-B81A-A5E5C4207263}" srcId="{0467A9C3-A480-40CC-909A-72214BA07A85}" destId="{71FC38C7-C45E-4C2A-B971-06765BA46751}" srcOrd="4" destOrd="0" parTransId="{10468F94-8144-43CF-B346-CC3D8BED404B}" sibTransId="{65F56F9B-C53C-4F57-A254-8B66D6FC4FCE}"/>
    <dgm:cxn modelId="{865F9209-2753-4ED2-9E1D-AFB8D1B85D9C}" type="presOf" srcId="{4CC2CEEC-E2D7-4B14-83F4-9DD82D09EF8E}" destId="{A9BF05E2-7973-467B-92CD-8B542A579405}" srcOrd="0" destOrd="0" presId="urn:microsoft.com/office/officeart/2005/8/layout/default"/>
    <dgm:cxn modelId="{25EE7529-65A0-4FA8-ACFD-71865012E394}" srcId="{0467A9C3-A480-40CC-909A-72214BA07A85}" destId="{82858646-5F23-4009-B5A8-8150619542C5}" srcOrd="3" destOrd="0" parTransId="{EB2EECB2-7011-4BFF-825A-26A80556748B}" sibTransId="{41B6F519-A759-4A24-800F-8C1EA81D21A4}"/>
    <dgm:cxn modelId="{A6EB835E-D95B-431E-AFAD-C4B01A33734A}" type="presOf" srcId="{71FC38C7-C45E-4C2A-B971-06765BA46751}" destId="{73F9C7D1-55BF-4A69-A167-ECF29DA767DE}" srcOrd="0" destOrd="0" presId="urn:microsoft.com/office/officeart/2005/8/layout/default"/>
    <dgm:cxn modelId="{608A6F42-A8AA-4AAE-A2DA-CBC15DF07A8A}" srcId="{0467A9C3-A480-40CC-909A-72214BA07A85}" destId="{4CC2CEEC-E2D7-4B14-83F4-9DD82D09EF8E}" srcOrd="1" destOrd="0" parTransId="{9AC992DB-83F9-4367-80D7-2AA4BEFF4788}" sibTransId="{954C1813-EFE7-4BA3-88A8-895B453FE795}"/>
    <dgm:cxn modelId="{B824B06B-97FD-4353-A337-30B4F845F413}" srcId="{0467A9C3-A480-40CC-909A-72214BA07A85}" destId="{F615E2C6-73F8-41E1-ACBA-130FDB856409}" srcOrd="2" destOrd="0" parTransId="{7B3DCBB8-86B2-4843-A52D-292FFE973847}" sibTransId="{1191194E-8BAC-48FB-8590-EA9450CA4E9F}"/>
    <dgm:cxn modelId="{2B6A7472-0663-4509-B1F5-5968BD661FC1}" srcId="{0467A9C3-A480-40CC-909A-72214BA07A85}" destId="{799E4CAF-35AE-4521-BD26-0C3C31EDA602}" srcOrd="0" destOrd="0" parTransId="{E3A0284F-7265-49C3-8A91-43344CE22C2D}" sibTransId="{440F7AF2-02E3-487A-B5DD-9871C92405EF}"/>
    <dgm:cxn modelId="{3A6ADB78-012B-4AEF-9EA2-A7459BD6A24A}" type="presOf" srcId="{0467A9C3-A480-40CC-909A-72214BA07A85}" destId="{4AA88EC1-39F4-47D2-8E03-4E88FF921F93}" srcOrd="0" destOrd="0" presId="urn:microsoft.com/office/officeart/2005/8/layout/default"/>
    <dgm:cxn modelId="{676DB15A-046B-4393-ADD8-349E36CF8832}" type="presOf" srcId="{799E4CAF-35AE-4521-BD26-0C3C31EDA602}" destId="{F14712F9-342D-4FF2-BFE4-E61B33B4CF96}" srcOrd="0" destOrd="0" presId="urn:microsoft.com/office/officeart/2005/8/layout/default"/>
    <dgm:cxn modelId="{866B8F84-0F7B-40B8-95A2-E939E9D96AF7}" type="presOf" srcId="{82858646-5F23-4009-B5A8-8150619542C5}" destId="{5F11976D-65B2-42D8-B4F7-24E6D6EACE1D}" srcOrd="0" destOrd="0" presId="urn:microsoft.com/office/officeart/2005/8/layout/default"/>
    <dgm:cxn modelId="{3AA2C3E7-CCFD-45BB-BAC0-5FB00036ADFB}" type="presOf" srcId="{F615E2C6-73F8-41E1-ACBA-130FDB856409}" destId="{D0CC43EA-508E-4CF2-9BD0-2056A7A3EECB}" srcOrd="0" destOrd="0" presId="urn:microsoft.com/office/officeart/2005/8/layout/default"/>
    <dgm:cxn modelId="{49D9357D-5898-475C-B22A-406795FF1D52}" type="presParOf" srcId="{4AA88EC1-39F4-47D2-8E03-4E88FF921F93}" destId="{F14712F9-342D-4FF2-BFE4-E61B33B4CF96}" srcOrd="0" destOrd="0" presId="urn:microsoft.com/office/officeart/2005/8/layout/default"/>
    <dgm:cxn modelId="{A28657AC-680B-470C-8D28-B1E58D9DD270}" type="presParOf" srcId="{4AA88EC1-39F4-47D2-8E03-4E88FF921F93}" destId="{FB1BC271-6D22-4DC9-A951-25ACBA6F06DE}" srcOrd="1" destOrd="0" presId="urn:microsoft.com/office/officeart/2005/8/layout/default"/>
    <dgm:cxn modelId="{9B5024AA-4E80-45B3-8FAB-65798D29544E}" type="presParOf" srcId="{4AA88EC1-39F4-47D2-8E03-4E88FF921F93}" destId="{A9BF05E2-7973-467B-92CD-8B542A579405}" srcOrd="2" destOrd="0" presId="urn:microsoft.com/office/officeart/2005/8/layout/default"/>
    <dgm:cxn modelId="{AB3DB5E1-1393-4090-A835-FFDC2D3DC850}" type="presParOf" srcId="{4AA88EC1-39F4-47D2-8E03-4E88FF921F93}" destId="{8F1EA9E3-4774-4276-BA87-395CE5402584}" srcOrd="3" destOrd="0" presId="urn:microsoft.com/office/officeart/2005/8/layout/default"/>
    <dgm:cxn modelId="{74139793-9F2D-41BD-9EF0-FEF7700261A7}" type="presParOf" srcId="{4AA88EC1-39F4-47D2-8E03-4E88FF921F93}" destId="{D0CC43EA-508E-4CF2-9BD0-2056A7A3EECB}" srcOrd="4" destOrd="0" presId="urn:microsoft.com/office/officeart/2005/8/layout/default"/>
    <dgm:cxn modelId="{74559BDE-26F5-4E2C-A26A-1045C29EAC29}" type="presParOf" srcId="{4AA88EC1-39F4-47D2-8E03-4E88FF921F93}" destId="{C75E9342-1B9D-45B0-9440-FD2D24967898}" srcOrd="5" destOrd="0" presId="urn:microsoft.com/office/officeart/2005/8/layout/default"/>
    <dgm:cxn modelId="{DC2FBE39-5ACD-4E43-84AF-FBA85991318B}" type="presParOf" srcId="{4AA88EC1-39F4-47D2-8E03-4E88FF921F93}" destId="{5F11976D-65B2-42D8-B4F7-24E6D6EACE1D}" srcOrd="6" destOrd="0" presId="urn:microsoft.com/office/officeart/2005/8/layout/default"/>
    <dgm:cxn modelId="{EA7336BC-D9AD-4EE9-A469-6D52ECF1EF52}" type="presParOf" srcId="{4AA88EC1-39F4-47D2-8E03-4E88FF921F93}" destId="{9969F339-B4BD-44B6-8F01-372F6F1D19A0}" srcOrd="7" destOrd="0" presId="urn:microsoft.com/office/officeart/2005/8/layout/default"/>
    <dgm:cxn modelId="{42A669B0-90CD-4C14-BDB1-73BA5E6AEA7B}" type="presParOf" srcId="{4AA88EC1-39F4-47D2-8E03-4E88FF921F93}" destId="{73F9C7D1-55BF-4A69-A167-ECF29DA767D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DC6ECA-47FE-45B7-B84C-D8C45ECDC10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D4CDD2-9A4B-4BF3-809D-C4C9C707C809}">
      <dgm:prSet/>
      <dgm:spPr/>
      <dgm:t>
        <a:bodyPr/>
        <a:lstStyle/>
        <a:p>
          <a:r>
            <a:rPr lang="ro-RO" b="0" i="0" baseline="0"/>
            <a:t>Automatizare completă analiză bursieră</a:t>
          </a:r>
          <a:endParaRPr lang="en-US"/>
        </a:p>
      </dgm:t>
    </dgm:pt>
    <dgm:pt modelId="{5E074446-82B1-4B46-A844-F5CDB5FABCAD}" type="parTrans" cxnId="{F551AC54-3E1D-43D0-A38C-36843C6D48D6}">
      <dgm:prSet/>
      <dgm:spPr/>
      <dgm:t>
        <a:bodyPr/>
        <a:lstStyle/>
        <a:p>
          <a:endParaRPr lang="en-US"/>
        </a:p>
      </dgm:t>
    </dgm:pt>
    <dgm:pt modelId="{A10148F1-D36D-477D-99AC-C220DBCB645E}" type="sibTrans" cxnId="{F551AC54-3E1D-43D0-A38C-36843C6D48D6}">
      <dgm:prSet/>
      <dgm:spPr/>
      <dgm:t>
        <a:bodyPr/>
        <a:lstStyle/>
        <a:p>
          <a:endParaRPr lang="en-US"/>
        </a:p>
      </dgm:t>
    </dgm:pt>
    <dgm:pt modelId="{2F74CACA-2D19-4E9F-AEAB-6F2A5E5FA3EA}">
      <dgm:prSet/>
      <dgm:spPr/>
      <dgm:t>
        <a:bodyPr/>
        <a:lstStyle/>
        <a:p>
          <a:r>
            <a:rPr lang="ro-RO" b="0" i="0" baseline="0"/>
            <a:t>Agregare date tehnice și sentiment</a:t>
          </a:r>
          <a:endParaRPr lang="en-US"/>
        </a:p>
      </dgm:t>
    </dgm:pt>
    <dgm:pt modelId="{EF4240AB-3C3C-4238-B2F0-F381C8C6EB5B}" type="parTrans" cxnId="{A2600BEE-D223-4973-868C-C61272E2A22D}">
      <dgm:prSet/>
      <dgm:spPr/>
      <dgm:t>
        <a:bodyPr/>
        <a:lstStyle/>
        <a:p>
          <a:endParaRPr lang="en-US"/>
        </a:p>
      </dgm:t>
    </dgm:pt>
    <dgm:pt modelId="{05EC2977-C9CF-47E3-BC5D-7F25895FC2F2}" type="sibTrans" cxnId="{A2600BEE-D223-4973-868C-C61272E2A22D}">
      <dgm:prSet/>
      <dgm:spPr/>
      <dgm:t>
        <a:bodyPr/>
        <a:lstStyle/>
        <a:p>
          <a:endParaRPr lang="en-US"/>
        </a:p>
      </dgm:t>
    </dgm:pt>
    <dgm:pt modelId="{66D3936F-1177-4C9D-8CA3-B7C6863CF38C}">
      <dgm:prSet/>
      <dgm:spPr/>
      <dgm:t>
        <a:bodyPr/>
        <a:lstStyle/>
        <a:p>
          <a:r>
            <a:rPr lang="ro-RO" b="0" i="0" baseline="0"/>
            <a:t>Alerte clare, structurate</a:t>
          </a:r>
          <a:endParaRPr lang="en-US"/>
        </a:p>
      </dgm:t>
    </dgm:pt>
    <dgm:pt modelId="{EC1A50BE-BC8E-4068-AFF2-D3985FF88EDF}" type="parTrans" cxnId="{E3E2041C-5041-4FE7-BC88-4E1C626B10D6}">
      <dgm:prSet/>
      <dgm:spPr/>
      <dgm:t>
        <a:bodyPr/>
        <a:lstStyle/>
        <a:p>
          <a:endParaRPr lang="en-US"/>
        </a:p>
      </dgm:t>
    </dgm:pt>
    <dgm:pt modelId="{99CC3C73-CEDC-410D-AF4C-6EB652B6B4B9}" type="sibTrans" cxnId="{E3E2041C-5041-4FE7-BC88-4E1C626B10D6}">
      <dgm:prSet/>
      <dgm:spPr/>
      <dgm:t>
        <a:bodyPr/>
        <a:lstStyle/>
        <a:p>
          <a:endParaRPr lang="en-US"/>
        </a:p>
      </dgm:t>
    </dgm:pt>
    <dgm:pt modelId="{72C8766A-0320-44B2-97BA-0AB5DBA70741}" type="pres">
      <dgm:prSet presAssocID="{AFDC6ECA-47FE-45B7-B84C-D8C45ECDC1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604CFE-E922-4004-9389-DE1EF6DCA60B}" type="pres">
      <dgm:prSet presAssocID="{4AD4CDD2-9A4B-4BF3-809D-C4C9C707C809}" presName="hierRoot1" presStyleCnt="0"/>
      <dgm:spPr/>
    </dgm:pt>
    <dgm:pt modelId="{C0C23D6E-38A3-4F05-A468-D4385575289D}" type="pres">
      <dgm:prSet presAssocID="{4AD4CDD2-9A4B-4BF3-809D-C4C9C707C809}" presName="composite" presStyleCnt="0"/>
      <dgm:spPr/>
    </dgm:pt>
    <dgm:pt modelId="{1EEABA6C-A6C3-43A0-A112-801ACA6B0609}" type="pres">
      <dgm:prSet presAssocID="{4AD4CDD2-9A4B-4BF3-809D-C4C9C707C809}" presName="background" presStyleLbl="node0" presStyleIdx="0" presStyleCnt="3"/>
      <dgm:spPr/>
    </dgm:pt>
    <dgm:pt modelId="{69C1A08A-A506-416E-B46A-1367529200CA}" type="pres">
      <dgm:prSet presAssocID="{4AD4CDD2-9A4B-4BF3-809D-C4C9C707C809}" presName="text" presStyleLbl="fgAcc0" presStyleIdx="0" presStyleCnt="3">
        <dgm:presLayoutVars>
          <dgm:chPref val="3"/>
        </dgm:presLayoutVars>
      </dgm:prSet>
      <dgm:spPr/>
    </dgm:pt>
    <dgm:pt modelId="{4826755E-3412-4BB3-8292-2825CB3B92B0}" type="pres">
      <dgm:prSet presAssocID="{4AD4CDD2-9A4B-4BF3-809D-C4C9C707C809}" presName="hierChild2" presStyleCnt="0"/>
      <dgm:spPr/>
    </dgm:pt>
    <dgm:pt modelId="{AC3D8DD4-EC7B-428F-B5DB-2F01D57DDBBE}" type="pres">
      <dgm:prSet presAssocID="{2F74CACA-2D19-4E9F-AEAB-6F2A5E5FA3EA}" presName="hierRoot1" presStyleCnt="0"/>
      <dgm:spPr/>
    </dgm:pt>
    <dgm:pt modelId="{29FC842B-2988-4661-9CA4-4C4B535CEC1C}" type="pres">
      <dgm:prSet presAssocID="{2F74CACA-2D19-4E9F-AEAB-6F2A5E5FA3EA}" presName="composite" presStyleCnt="0"/>
      <dgm:spPr/>
    </dgm:pt>
    <dgm:pt modelId="{5D157502-D994-4553-AD49-D239B2B859F5}" type="pres">
      <dgm:prSet presAssocID="{2F74CACA-2D19-4E9F-AEAB-6F2A5E5FA3EA}" presName="background" presStyleLbl="node0" presStyleIdx="1" presStyleCnt="3"/>
      <dgm:spPr/>
    </dgm:pt>
    <dgm:pt modelId="{6709871D-97B6-457D-AE4A-1AFBB7A68A0F}" type="pres">
      <dgm:prSet presAssocID="{2F74CACA-2D19-4E9F-AEAB-6F2A5E5FA3EA}" presName="text" presStyleLbl="fgAcc0" presStyleIdx="1" presStyleCnt="3">
        <dgm:presLayoutVars>
          <dgm:chPref val="3"/>
        </dgm:presLayoutVars>
      </dgm:prSet>
      <dgm:spPr/>
    </dgm:pt>
    <dgm:pt modelId="{8205916C-F106-4BD7-9CAA-24874C1F4B41}" type="pres">
      <dgm:prSet presAssocID="{2F74CACA-2D19-4E9F-AEAB-6F2A5E5FA3EA}" presName="hierChild2" presStyleCnt="0"/>
      <dgm:spPr/>
    </dgm:pt>
    <dgm:pt modelId="{D6170B56-D12F-43A7-A221-DE4FC4415E93}" type="pres">
      <dgm:prSet presAssocID="{66D3936F-1177-4C9D-8CA3-B7C6863CF38C}" presName="hierRoot1" presStyleCnt="0"/>
      <dgm:spPr/>
    </dgm:pt>
    <dgm:pt modelId="{773048FE-25E1-41C2-86B9-60263DB68468}" type="pres">
      <dgm:prSet presAssocID="{66D3936F-1177-4C9D-8CA3-B7C6863CF38C}" presName="composite" presStyleCnt="0"/>
      <dgm:spPr/>
    </dgm:pt>
    <dgm:pt modelId="{FA9E5E88-FA11-406F-AAED-B42A3E2F0B3C}" type="pres">
      <dgm:prSet presAssocID="{66D3936F-1177-4C9D-8CA3-B7C6863CF38C}" presName="background" presStyleLbl="node0" presStyleIdx="2" presStyleCnt="3"/>
      <dgm:spPr/>
    </dgm:pt>
    <dgm:pt modelId="{78E3C20C-449D-4BD0-B096-C34C2CA11180}" type="pres">
      <dgm:prSet presAssocID="{66D3936F-1177-4C9D-8CA3-B7C6863CF38C}" presName="text" presStyleLbl="fgAcc0" presStyleIdx="2" presStyleCnt="3">
        <dgm:presLayoutVars>
          <dgm:chPref val="3"/>
        </dgm:presLayoutVars>
      </dgm:prSet>
      <dgm:spPr/>
    </dgm:pt>
    <dgm:pt modelId="{36DC15F7-2824-4494-9795-670CA424B957}" type="pres">
      <dgm:prSet presAssocID="{66D3936F-1177-4C9D-8CA3-B7C6863CF38C}" presName="hierChild2" presStyleCnt="0"/>
      <dgm:spPr/>
    </dgm:pt>
  </dgm:ptLst>
  <dgm:cxnLst>
    <dgm:cxn modelId="{E3E2041C-5041-4FE7-BC88-4E1C626B10D6}" srcId="{AFDC6ECA-47FE-45B7-B84C-D8C45ECDC10E}" destId="{66D3936F-1177-4C9D-8CA3-B7C6863CF38C}" srcOrd="2" destOrd="0" parTransId="{EC1A50BE-BC8E-4068-AFF2-D3985FF88EDF}" sibTransId="{99CC3C73-CEDC-410D-AF4C-6EB652B6B4B9}"/>
    <dgm:cxn modelId="{38D1F047-B3CF-4CF6-A5F3-F43B71A5ED23}" type="presOf" srcId="{66D3936F-1177-4C9D-8CA3-B7C6863CF38C}" destId="{78E3C20C-449D-4BD0-B096-C34C2CA11180}" srcOrd="0" destOrd="0" presId="urn:microsoft.com/office/officeart/2005/8/layout/hierarchy1"/>
    <dgm:cxn modelId="{F551AC54-3E1D-43D0-A38C-36843C6D48D6}" srcId="{AFDC6ECA-47FE-45B7-B84C-D8C45ECDC10E}" destId="{4AD4CDD2-9A4B-4BF3-809D-C4C9C707C809}" srcOrd="0" destOrd="0" parTransId="{5E074446-82B1-4B46-A844-F5CDB5FABCAD}" sibTransId="{A10148F1-D36D-477D-99AC-C220DBCB645E}"/>
    <dgm:cxn modelId="{621361AE-D5A1-4F94-A293-CFB4D55580BB}" type="presOf" srcId="{2F74CACA-2D19-4E9F-AEAB-6F2A5E5FA3EA}" destId="{6709871D-97B6-457D-AE4A-1AFBB7A68A0F}" srcOrd="0" destOrd="0" presId="urn:microsoft.com/office/officeart/2005/8/layout/hierarchy1"/>
    <dgm:cxn modelId="{A2866FC0-13D1-45B8-8787-6DD62FDBD769}" type="presOf" srcId="{4AD4CDD2-9A4B-4BF3-809D-C4C9C707C809}" destId="{69C1A08A-A506-416E-B46A-1367529200CA}" srcOrd="0" destOrd="0" presId="urn:microsoft.com/office/officeart/2005/8/layout/hierarchy1"/>
    <dgm:cxn modelId="{A2600BEE-D223-4973-868C-C61272E2A22D}" srcId="{AFDC6ECA-47FE-45B7-B84C-D8C45ECDC10E}" destId="{2F74CACA-2D19-4E9F-AEAB-6F2A5E5FA3EA}" srcOrd="1" destOrd="0" parTransId="{EF4240AB-3C3C-4238-B2F0-F381C8C6EB5B}" sibTransId="{05EC2977-C9CF-47E3-BC5D-7F25895FC2F2}"/>
    <dgm:cxn modelId="{BC4D6EFC-98AE-4E8F-83D6-6DFA43757CA3}" type="presOf" srcId="{AFDC6ECA-47FE-45B7-B84C-D8C45ECDC10E}" destId="{72C8766A-0320-44B2-97BA-0AB5DBA70741}" srcOrd="0" destOrd="0" presId="urn:microsoft.com/office/officeart/2005/8/layout/hierarchy1"/>
    <dgm:cxn modelId="{12085B7D-B8E2-41FA-9423-08FE4EAC2488}" type="presParOf" srcId="{72C8766A-0320-44B2-97BA-0AB5DBA70741}" destId="{54604CFE-E922-4004-9389-DE1EF6DCA60B}" srcOrd="0" destOrd="0" presId="urn:microsoft.com/office/officeart/2005/8/layout/hierarchy1"/>
    <dgm:cxn modelId="{3E4EA51E-582F-49D6-B9A1-9B541010F62A}" type="presParOf" srcId="{54604CFE-E922-4004-9389-DE1EF6DCA60B}" destId="{C0C23D6E-38A3-4F05-A468-D4385575289D}" srcOrd="0" destOrd="0" presId="urn:microsoft.com/office/officeart/2005/8/layout/hierarchy1"/>
    <dgm:cxn modelId="{858038D0-1657-44C8-839B-861A249D30B5}" type="presParOf" srcId="{C0C23D6E-38A3-4F05-A468-D4385575289D}" destId="{1EEABA6C-A6C3-43A0-A112-801ACA6B0609}" srcOrd="0" destOrd="0" presId="urn:microsoft.com/office/officeart/2005/8/layout/hierarchy1"/>
    <dgm:cxn modelId="{8BB2EF7F-33D7-4AC5-AF24-15C23691BD5C}" type="presParOf" srcId="{C0C23D6E-38A3-4F05-A468-D4385575289D}" destId="{69C1A08A-A506-416E-B46A-1367529200CA}" srcOrd="1" destOrd="0" presId="urn:microsoft.com/office/officeart/2005/8/layout/hierarchy1"/>
    <dgm:cxn modelId="{DF1AA460-A21C-44CF-9E95-923F84871469}" type="presParOf" srcId="{54604CFE-E922-4004-9389-DE1EF6DCA60B}" destId="{4826755E-3412-4BB3-8292-2825CB3B92B0}" srcOrd="1" destOrd="0" presId="urn:microsoft.com/office/officeart/2005/8/layout/hierarchy1"/>
    <dgm:cxn modelId="{EA8D96AE-430D-44AC-B237-1F4B6A44EEDB}" type="presParOf" srcId="{72C8766A-0320-44B2-97BA-0AB5DBA70741}" destId="{AC3D8DD4-EC7B-428F-B5DB-2F01D57DDBBE}" srcOrd="1" destOrd="0" presId="urn:microsoft.com/office/officeart/2005/8/layout/hierarchy1"/>
    <dgm:cxn modelId="{3B741D58-AFB2-4950-BC05-C4D2E299AF6C}" type="presParOf" srcId="{AC3D8DD4-EC7B-428F-B5DB-2F01D57DDBBE}" destId="{29FC842B-2988-4661-9CA4-4C4B535CEC1C}" srcOrd="0" destOrd="0" presId="urn:microsoft.com/office/officeart/2005/8/layout/hierarchy1"/>
    <dgm:cxn modelId="{CE06EB72-97E8-4626-AF23-9F464241F19C}" type="presParOf" srcId="{29FC842B-2988-4661-9CA4-4C4B535CEC1C}" destId="{5D157502-D994-4553-AD49-D239B2B859F5}" srcOrd="0" destOrd="0" presId="urn:microsoft.com/office/officeart/2005/8/layout/hierarchy1"/>
    <dgm:cxn modelId="{52223A71-5C33-4F1F-91F8-EDA76D6E9D2F}" type="presParOf" srcId="{29FC842B-2988-4661-9CA4-4C4B535CEC1C}" destId="{6709871D-97B6-457D-AE4A-1AFBB7A68A0F}" srcOrd="1" destOrd="0" presId="urn:microsoft.com/office/officeart/2005/8/layout/hierarchy1"/>
    <dgm:cxn modelId="{B3BA6EAA-BD4F-41CB-832E-D2668CE06CF1}" type="presParOf" srcId="{AC3D8DD4-EC7B-428F-B5DB-2F01D57DDBBE}" destId="{8205916C-F106-4BD7-9CAA-24874C1F4B41}" srcOrd="1" destOrd="0" presId="urn:microsoft.com/office/officeart/2005/8/layout/hierarchy1"/>
    <dgm:cxn modelId="{EE3EB7AF-785E-4889-909C-6DB0F90E18CE}" type="presParOf" srcId="{72C8766A-0320-44B2-97BA-0AB5DBA70741}" destId="{D6170B56-D12F-43A7-A221-DE4FC4415E93}" srcOrd="2" destOrd="0" presId="urn:microsoft.com/office/officeart/2005/8/layout/hierarchy1"/>
    <dgm:cxn modelId="{A71C020F-676C-496B-BACD-9232F8FDA111}" type="presParOf" srcId="{D6170B56-D12F-43A7-A221-DE4FC4415E93}" destId="{773048FE-25E1-41C2-86B9-60263DB68468}" srcOrd="0" destOrd="0" presId="urn:microsoft.com/office/officeart/2005/8/layout/hierarchy1"/>
    <dgm:cxn modelId="{72BD86A3-9F90-4866-89A5-3E69068AB522}" type="presParOf" srcId="{773048FE-25E1-41C2-86B9-60263DB68468}" destId="{FA9E5E88-FA11-406F-AAED-B42A3E2F0B3C}" srcOrd="0" destOrd="0" presId="urn:microsoft.com/office/officeart/2005/8/layout/hierarchy1"/>
    <dgm:cxn modelId="{FA848AB1-19F4-4F4A-A981-6FFB6DE2C467}" type="presParOf" srcId="{773048FE-25E1-41C2-86B9-60263DB68468}" destId="{78E3C20C-449D-4BD0-B096-C34C2CA11180}" srcOrd="1" destOrd="0" presId="urn:microsoft.com/office/officeart/2005/8/layout/hierarchy1"/>
    <dgm:cxn modelId="{2579CB7A-4F11-4550-9B60-BB2F061B3716}" type="presParOf" srcId="{D6170B56-D12F-43A7-A221-DE4FC4415E93}" destId="{36DC15F7-2824-4494-9795-670CA424B9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C995A2-F117-4CA8-A758-E673C4CAE25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7477AF-EC17-456A-98AC-1F78709FAA03}">
      <dgm:prSet/>
      <dgm:spPr/>
      <dgm:t>
        <a:bodyPr/>
        <a:lstStyle/>
        <a:p>
          <a:r>
            <a:rPr lang="ro-RO" b="0" i="0" baseline="0"/>
            <a:t>Workflow automat în n8n</a:t>
          </a:r>
          <a:endParaRPr lang="en-US"/>
        </a:p>
      </dgm:t>
    </dgm:pt>
    <dgm:pt modelId="{798E55D1-808E-424B-9800-CA260A220935}" type="parTrans" cxnId="{70E16AAD-3DA8-464D-9323-E43617A32B3B}">
      <dgm:prSet/>
      <dgm:spPr/>
      <dgm:t>
        <a:bodyPr/>
        <a:lstStyle/>
        <a:p>
          <a:endParaRPr lang="en-US"/>
        </a:p>
      </dgm:t>
    </dgm:pt>
    <dgm:pt modelId="{754258C1-58A9-4620-AD86-3ED9349501EC}" type="sibTrans" cxnId="{70E16AAD-3DA8-464D-9323-E43617A32B3B}">
      <dgm:prSet/>
      <dgm:spPr/>
      <dgm:t>
        <a:bodyPr/>
        <a:lstStyle/>
        <a:p>
          <a:endParaRPr lang="en-US"/>
        </a:p>
      </dgm:t>
    </dgm:pt>
    <dgm:pt modelId="{087B6999-BD60-4DAD-B045-49CCA5F0F65E}">
      <dgm:prSet/>
      <dgm:spPr/>
      <dgm:t>
        <a:bodyPr/>
        <a:lstStyle/>
        <a:p>
          <a:r>
            <a:rPr lang="ro-RO" b="0" i="0" baseline="0"/>
            <a:t>Analiză tehnică + predicții</a:t>
          </a:r>
          <a:endParaRPr lang="en-US"/>
        </a:p>
      </dgm:t>
    </dgm:pt>
    <dgm:pt modelId="{D8FD3851-DF23-435C-A298-3A5FBF0896EF}" type="parTrans" cxnId="{96988367-D15D-4F6E-AC4B-11EB6963B514}">
      <dgm:prSet/>
      <dgm:spPr/>
      <dgm:t>
        <a:bodyPr/>
        <a:lstStyle/>
        <a:p>
          <a:endParaRPr lang="en-US"/>
        </a:p>
      </dgm:t>
    </dgm:pt>
    <dgm:pt modelId="{53A300EF-B207-460B-8A9E-D7A1514DA991}" type="sibTrans" cxnId="{96988367-D15D-4F6E-AC4B-11EB6963B514}">
      <dgm:prSet/>
      <dgm:spPr/>
      <dgm:t>
        <a:bodyPr/>
        <a:lstStyle/>
        <a:p>
          <a:endParaRPr lang="en-US"/>
        </a:p>
      </dgm:t>
    </dgm:pt>
    <dgm:pt modelId="{9B06E470-40EF-4441-BD98-1A0FDB4E4BD4}">
      <dgm:prSet/>
      <dgm:spPr/>
      <dgm:t>
        <a:bodyPr/>
        <a:lstStyle/>
        <a:p>
          <a:r>
            <a:rPr lang="ro-RO" b="0" i="0" baseline="0"/>
            <a:t>Analiză știri și social</a:t>
          </a:r>
          <a:endParaRPr lang="en-US"/>
        </a:p>
      </dgm:t>
    </dgm:pt>
    <dgm:pt modelId="{C8DA561D-1D0B-477C-8829-ED600B4DF759}" type="parTrans" cxnId="{9EA98E18-71DE-47B9-9F20-CC44A9897005}">
      <dgm:prSet/>
      <dgm:spPr/>
      <dgm:t>
        <a:bodyPr/>
        <a:lstStyle/>
        <a:p>
          <a:endParaRPr lang="en-US"/>
        </a:p>
      </dgm:t>
    </dgm:pt>
    <dgm:pt modelId="{2B1E4D70-5E9F-4A17-8870-BD02AEC1CCE2}" type="sibTrans" cxnId="{9EA98E18-71DE-47B9-9F20-CC44A9897005}">
      <dgm:prSet/>
      <dgm:spPr/>
      <dgm:t>
        <a:bodyPr/>
        <a:lstStyle/>
        <a:p>
          <a:endParaRPr lang="en-US"/>
        </a:p>
      </dgm:t>
    </dgm:pt>
    <dgm:pt modelId="{8CBA7270-783D-4457-938B-4739D7954E8A}">
      <dgm:prSet/>
      <dgm:spPr/>
      <dgm:t>
        <a:bodyPr/>
        <a:lstStyle/>
        <a:p>
          <a:r>
            <a:rPr lang="ro-RO" b="0" i="0" baseline="0" dirty="0"/>
            <a:t>Recomandare BUY / SELL / HOLD</a:t>
          </a:r>
          <a:endParaRPr lang="en-US" dirty="0"/>
        </a:p>
      </dgm:t>
    </dgm:pt>
    <dgm:pt modelId="{7B26509D-8187-4B1F-8F8F-4725FB967112}" type="parTrans" cxnId="{8A9ED0BD-E0A9-480F-9DDD-E9F6CE3F0031}">
      <dgm:prSet/>
      <dgm:spPr/>
      <dgm:t>
        <a:bodyPr/>
        <a:lstStyle/>
        <a:p>
          <a:endParaRPr lang="en-US"/>
        </a:p>
      </dgm:t>
    </dgm:pt>
    <dgm:pt modelId="{4A239764-F945-4C19-850C-8A9CB1EB0BB6}" type="sibTrans" cxnId="{8A9ED0BD-E0A9-480F-9DDD-E9F6CE3F0031}">
      <dgm:prSet/>
      <dgm:spPr/>
      <dgm:t>
        <a:bodyPr/>
        <a:lstStyle/>
        <a:p>
          <a:endParaRPr lang="en-US"/>
        </a:p>
      </dgm:t>
    </dgm:pt>
    <dgm:pt modelId="{A4B4EBFA-B34A-4FF1-9B23-335BA0D1A07E}">
      <dgm:prSet/>
      <dgm:spPr/>
      <dgm:t>
        <a:bodyPr/>
        <a:lstStyle/>
        <a:p>
          <a:r>
            <a:rPr lang="ro-RO" b="0" i="0" baseline="0" dirty="0"/>
            <a:t>Notificări Discord</a:t>
          </a:r>
          <a:endParaRPr lang="en-US" dirty="0"/>
        </a:p>
      </dgm:t>
    </dgm:pt>
    <dgm:pt modelId="{871D3A47-3538-4113-B5F6-2BB969DD428E}" type="parTrans" cxnId="{6F7FD42B-710A-4549-90C1-5A92B9C3A184}">
      <dgm:prSet/>
      <dgm:spPr/>
      <dgm:t>
        <a:bodyPr/>
        <a:lstStyle/>
        <a:p>
          <a:endParaRPr lang="en-US"/>
        </a:p>
      </dgm:t>
    </dgm:pt>
    <dgm:pt modelId="{33C863DF-AF15-41EC-9C62-3C833E16DF76}" type="sibTrans" cxnId="{6F7FD42B-710A-4549-90C1-5A92B9C3A184}">
      <dgm:prSet/>
      <dgm:spPr/>
      <dgm:t>
        <a:bodyPr/>
        <a:lstStyle/>
        <a:p>
          <a:endParaRPr lang="en-US"/>
        </a:p>
      </dgm:t>
    </dgm:pt>
    <dgm:pt modelId="{9B35D19E-0CDE-4E3D-9E8B-D27D6A901DA1}" type="pres">
      <dgm:prSet presAssocID="{32C995A2-F117-4CA8-A758-E673C4CAE258}" presName="linear" presStyleCnt="0">
        <dgm:presLayoutVars>
          <dgm:dir/>
          <dgm:animLvl val="lvl"/>
          <dgm:resizeHandles val="exact"/>
        </dgm:presLayoutVars>
      </dgm:prSet>
      <dgm:spPr/>
    </dgm:pt>
    <dgm:pt modelId="{D21CFA4A-7BAE-4AFD-89E3-44B1C1FC9D46}" type="pres">
      <dgm:prSet presAssocID="{767477AF-EC17-456A-98AC-1F78709FAA03}" presName="parentLin" presStyleCnt="0"/>
      <dgm:spPr/>
    </dgm:pt>
    <dgm:pt modelId="{C607CD3D-557E-4D66-B26C-505D8153731A}" type="pres">
      <dgm:prSet presAssocID="{767477AF-EC17-456A-98AC-1F78709FAA03}" presName="parentLeftMargin" presStyleLbl="node1" presStyleIdx="0" presStyleCnt="5"/>
      <dgm:spPr/>
    </dgm:pt>
    <dgm:pt modelId="{E0D54AD7-7DD3-4956-AA6F-0C956770AE44}" type="pres">
      <dgm:prSet presAssocID="{767477AF-EC17-456A-98AC-1F78709FAA0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9839CB-7327-4E0A-ACF6-4168686100F4}" type="pres">
      <dgm:prSet presAssocID="{767477AF-EC17-456A-98AC-1F78709FAA03}" presName="negativeSpace" presStyleCnt="0"/>
      <dgm:spPr/>
    </dgm:pt>
    <dgm:pt modelId="{FD5B4B91-8761-4B88-B319-60373E8D29D9}" type="pres">
      <dgm:prSet presAssocID="{767477AF-EC17-456A-98AC-1F78709FAA03}" presName="childText" presStyleLbl="conFgAcc1" presStyleIdx="0" presStyleCnt="5">
        <dgm:presLayoutVars>
          <dgm:bulletEnabled val="1"/>
        </dgm:presLayoutVars>
      </dgm:prSet>
      <dgm:spPr/>
    </dgm:pt>
    <dgm:pt modelId="{8F92E242-871F-49A6-962C-65C8157A8BC3}" type="pres">
      <dgm:prSet presAssocID="{754258C1-58A9-4620-AD86-3ED9349501EC}" presName="spaceBetweenRectangles" presStyleCnt="0"/>
      <dgm:spPr/>
    </dgm:pt>
    <dgm:pt modelId="{BA2967FD-13BE-4AD3-9A0E-5F89B26A438F}" type="pres">
      <dgm:prSet presAssocID="{087B6999-BD60-4DAD-B045-49CCA5F0F65E}" presName="parentLin" presStyleCnt="0"/>
      <dgm:spPr/>
    </dgm:pt>
    <dgm:pt modelId="{ADF4C700-F4AE-4CAE-869A-749D1EB5D6AE}" type="pres">
      <dgm:prSet presAssocID="{087B6999-BD60-4DAD-B045-49CCA5F0F65E}" presName="parentLeftMargin" presStyleLbl="node1" presStyleIdx="0" presStyleCnt="5"/>
      <dgm:spPr/>
    </dgm:pt>
    <dgm:pt modelId="{431D5029-E4F4-4B2A-9F14-81707D1068FF}" type="pres">
      <dgm:prSet presAssocID="{087B6999-BD60-4DAD-B045-49CCA5F0F6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A3A704-C665-46F0-B34C-0C0A5921D0C8}" type="pres">
      <dgm:prSet presAssocID="{087B6999-BD60-4DAD-B045-49CCA5F0F65E}" presName="negativeSpace" presStyleCnt="0"/>
      <dgm:spPr/>
    </dgm:pt>
    <dgm:pt modelId="{B7A466FA-A2A5-48DC-B80E-3E6BF63B4707}" type="pres">
      <dgm:prSet presAssocID="{087B6999-BD60-4DAD-B045-49CCA5F0F65E}" presName="childText" presStyleLbl="conFgAcc1" presStyleIdx="1" presStyleCnt="5">
        <dgm:presLayoutVars>
          <dgm:bulletEnabled val="1"/>
        </dgm:presLayoutVars>
      </dgm:prSet>
      <dgm:spPr/>
    </dgm:pt>
    <dgm:pt modelId="{38CA9710-4181-4F7D-8753-806A57C75BAD}" type="pres">
      <dgm:prSet presAssocID="{53A300EF-B207-460B-8A9E-D7A1514DA991}" presName="spaceBetweenRectangles" presStyleCnt="0"/>
      <dgm:spPr/>
    </dgm:pt>
    <dgm:pt modelId="{6CEB469C-46E0-49C9-9890-95EB0308D460}" type="pres">
      <dgm:prSet presAssocID="{9B06E470-40EF-4441-BD98-1A0FDB4E4BD4}" presName="parentLin" presStyleCnt="0"/>
      <dgm:spPr/>
    </dgm:pt>
    <dgm:pt modelId="{7C5A436F-B89E-4ED4-BCC3-94E0B70969BC}" type="pres">
      <dgm:prSet presAssocID="{9B06E470-40EF-4441-BD98-1A0FDB4E4BD4}" presName="parentLeftMargin" presStyleLbl="node1" presStyleIdx="1" presStyleCnt="5"/>
      <dgm:spPr/>
    </dgm:pt>
    <dgm:pt modelId="{EFAE8DBC-369D-4388-BD8F-7AEF406E8106}" type="pres">
      <dgm:prSet presAssocID="{9B06E470-40EF-4441-BD98-1A0FDB4E4B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6AE77CC-4D40-4488-8440-91FB401A9F39}" type="pres">
      <dgm:prSet presAssocID="{9B06E470-40EF-4441-BD98-1A0FDB4E4BD4}" presName="negativeSpace" presStyleCnt="0"/>
      <dgm:spPr/>
    </dgm:pt>
    <dgm:pt modelId="{89076B6E-E356-47E2-A39E-BD03A8821126}" type="pres">
      <dgm:prSet presAssocID="{9B06E470-40EF-4441-BD98-1A0FDB4E4BD4}" presName="childText" presStyleLbl="conFgAcc1" presStyleIdx="2" presStyleCnt="5">
        <dgm:presLayoutVars>
          <dgm:bulletEnabled val="1"/>
        </dgm:presLayoutVars>
      </dgm:prSet>
      <dgm:spPr/>
    </dgm:pt>
    <dgm:pt modelId="{202A322B-BC80-4A8C-8957-5EDD5F975D77}" type="pres">
      <dgm:prSet presAssocID="{2B1E4D70-5E9F-4A17-8870-BD02AEC1CCE2}" presName="spaceBetweenRectangles" presStyleCnt="0"/>
      <dgm:spPr/>
    </dgm:pt>
    <dgm:pt modelId="{4E947F61-4F14-4662-BC28-4EAAA7E4CD6B}" type="pres">
      <dgm:prSet presAssocID="{8CBA7270-783D-4457-938B-4739D7954E8A}" presName="parentLin" presStyleCnt="0"/>
      <dgm:spPr/>
    </dgm:pt>
    <dgm:pt modelId="{3F6B4882-22C2-4CBF-83B6-00A23A10EEFE}" type="pres">
      <dgm:prSet presAssocID="{8CBA7270-783D-4457-938B-4739D7954E8A}" presName="parentLeftMargin" presStyleLbl="node1" presStyleIdx="2" presStyleCnt="5"/>
      <dgm:spPr/>
    </dgm:pt>
    <dgm:pt modelId="{52FCC484-2988-4E00-B9FE-A6FE6A85CFB4}" type="pres">
      <dgm:prSet presAssocID="{8CBA7270-783D-4457-938B-4739D7954E8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A83B90C-6125-41BB-8733-51EA55EBB49F}" type="pres">
      <dgm:prSet presAssocID="{8CBA7270-783D-4457-938B-4739D7954E8A}" presName="negativeSpace" presStyleCnt="0"/>
      <dgm:spPr/>
    </dgm:pt>
    <dgm:pt modelId="{B8C46AFB-A35F-4D95-8599-A6384A5CF53E}" type="pres">
      <dgm:prSet presAssocID="{8CBA7270-783D-4457-938B-4739D7954E8A}" presName="childText" presStyleLbl="conFgAcc1" presStyleIdx="3" presStyleCnt="5">
        <dgm:presLayoutVars>
          <dgm:bulletEnabled val="1"/>
        </dgm:presLayoutVars>
      </dgm:prSet>
      <dgm:spPr/>
    </dgm:pt>
    <dgm:pt modelId="{A2114257-752D-4BFB-A70B-B5EBCC6F4A05}" type="pres">
      <dgm:prSet presAssocID="{4A239764-F945-4C19-850C-8A9CB1EB0BB6}" presName="spaceBetweenRectangles" presStyleCnt="0"/>
      <dgm:spPr/>
    </dgm:pt>
    <dgm:pt modelId="{35FB6325-2C27-40EE-A838-F57031710275}" type="pres">
      <dgm:prSet presAssocID="{A4B4EBFA-B34A-4FF1-9B23-335BA0D1A07E}" presName="parentLin" presStyleCnt="0"/>
      <dgm:spPr/>
    </dgm:pt>
    <dgm:pt modelId="{0821F97C-6BCF-40A7-AD7B-D2520F9AB98C}" type="pres">
      <dgm:prSet presAssocID="{A4B4EBFA-B34A-4FF1-9B23-335BA0D1A07E}" presName="parentLeftMargin" presStyleLbl="node1" presStyleIdx="3" presStyleCnt="5"/>
      <dgm:spPr/>
    </dgm:pt>
    <dgm:pt modelId="{45B1D06D-942A-4A08-88C5-B7BACB65010F}" type="pres">
      <dgm:prSet presAssocID="{A4B4EBFA-B34A-4FF1-9B23-335BA0D1A07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E8A38C6-E875-4281-A91A-D613C940B407}" type="pres">
      <dgm:prSet presAssocID="{A4B4EBFA-B34A-4FF1-9B23-335BA0D1A07E}" presName="negativeSpace" presStyleCnt="0"/>
      <dgm:spPr/>
    </dgm:pt>
    <dgm:pt modelId="{92961AB6-388C-496B-BEF6-114BC92777F7}" type="pres">
      <dgm:prSet presAssocID="{A4B4EBFA-B34A-4FF1-9B23-335BA0D1A07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89FEB15-9D0E-4E85-9403-85D4A338799B}" type="presOf" srcId="{767477AF-EC17-456A-98AC-1F78709FAA03}" destId="{C607CD3D-557E-4D66-B26C-505D8153731A}" srcOrd="0" destOrd="0" presId="urn:microsoft.com/office/officeart/2005/8/layout/list1"/>
    <dgm:cxn modelId="{9EA98E18-71DE-47B9-9F20-CC44A9897005}" srcId="{32C995A2-F117-4CA8-A758-E673C4CAE258}" destId="{9B06E470-40EF-4441-BD98-1A0FDB4E4BD4}" srcOrd="2" destOrd="0" parTransId="{C8DA561D-1D0B-477C-8829-ED600B4DF759}" sibTransId="{2B1E4D70-5E9F-4A17-8870-BD02AEC1CCE2}"/>
    <dgm:cxn modelId="{6F7FD42B-710A-4549-90C1-5A92B9C3A184}" srcId="{32C995A2-F117-4CA8-A758-E673C4CAE258}" destId="{A4B4EBFA-B34A-4FF1-9B23-335BA0D1A07E}" srcOrd="4" destOrd="0" parTransId="{871D3A47-3538-4113-B5F6-2BB969DD428E}" sibTransId="{33C863DF-AF15-41EC-9C62-3C833E16DF76}"/>
    <dgm:cxn modelId="{C1F99F2E-9BCF-4E13-971D-815395B74B37}" type="presOf" srcId="{767477AF-EC17-456A-98AC-1F78709FAA03}" destId="{E0D54AD7-7DD3-4956-AA6F-0C956770AE44}" srcOrd="1" destOrd="0" presId="urn:microsoft.com/office/officeart/2005/8/layout/list1"/>
    <dgm:cxn modelId="{61370939-79A4-4159-BFD5-0CA1516014EF}" type="presOf" srcId="{087B6999-BD60-4DAD-B045-49CCA5F0F65E}" destId="{431D5029-E4F4-4B2A-9F14-81707D1068FF}" srcOrd="1" destOrd="0" presId="urn:microsoft.com/office/officeart/2005/8/layout/list1"/>
    <dgm:cxn modelId="{700D1367-57A6-4579-88E8-21F3E6C205DF}" type="presOf" srcId="{087B6999-BD60-4DAD-B045-49CCA5F0F65E}" destId="{ADF4C700-F4AE-4CAE-869A-749D1EB5D6AE}" srcOrd="0" destOrd="0" presId="urn:microsoft.com/office/officeart/2005/8/layout/list1"/>
    <dgm:cxn modelId="{96988367-D15D-4F6E-AC4B-11EB6963B514}" srcId="{32C995A2-F117-4CA8-A758-E673C4CAE258}" destId="{087B6999-BD60-4DAD-B045-49CCA5F0F65E}" srcOrd="1" destOrd="0" parTransId="{D8FD3851-DF23-435C-A298-3A5FBF0896EF}" sibTransId="{53A300EF-B207-460B-8A9E-D7A1514DA991}"/>
    <dgm:cxn modelId="{9256B773-04C6-4C8B-9683-2BAF077AB8F9}" type="presOf" srcId="{A4B4EBFA-B34A-4FF1-9B23-335BA0D1A07E}" destId="{45B1D06D-942A-4A08-88C5-B7BACB65010F}" srcOrd="1" destOrd="0" presId="urn:microsoft.com/office/officeart/2005/8/layout/list1"/>
    <dgm:cxn modelId="{B4E2B976-E625-498F-B7BC-CA142D3C3586}" type="presOf" srcId="{9B06E470-40EF-4441-BD98-1A0FDB4E4BD4}" destId="{7C5A436F-B89E-4ED4-BCC3-94E0B70969BC}" srcOrd="0" destOrd="0" presId="urn:microsoft.com/office/officeart/2005/8/layout/list1"/>
    <dgm:cxn modelId="{F262CB7D-CB94-4560-8E68-7B789EF1A999}" type="presOf" srcId="{8CBA7270-783D-4457-938B-4739D7954E8A}" destId="{52FCC484-2988-4E00-B9FE-A6FE6A85CFB4}" srcOrd="1" destOrd="0" presId="urn:microsoft.com/office/officeart/2005/8/layout/list1"/>
    <dgm:cxn modelId="{4EE97581-BF98-4042-BC46-DD1AF47B3CF4}" type="presOf" srcId="{8CBA7270-783D-4457-938B-4739D7954E8A}" destId="{3F6B4882-22C2-4CBF-83B6-00A23A10EEFE}" srcOrd="0" destOrd="0" presId="urn:microsoft.com/office/officeart/2005/8/layout/list1"/>
    <dgm:cxn modelId="{70E16AAD-3DA8-464D-9323-E43617A32B3B}" srcId="{32C995A2-F117-4CA8-A758-E673C4CAE258}" destId="{767477AF-EC17-456A-98AC-1F78709FAA03}" srcOrd="0" destOrd="0" parTransId="{798E55D1-808E-424B-9800-CA260A220935}" sibTransId="{754258C1-58A9-4620-AD86-3ED9349501EC}"/>
    <dgm:cxn modelId="{8A9ED0BD-E0A9-480F-9DDD-E9F6CE3F0031}" srcId="{32C995A2-F117-4CA8-A758-E673C4CAE258}" destId="{8CBA7270-783D-4457-938B-4739D7954E8A}" srcOrd="3" destOrd="0" parTransId="{7B26509D-8187-4B1F-8F8F-4725FB967112}" sibTransId="{4A239764-F945-4C19-850C-8A9CB1EB0BB6}"/>
    <dgm:cxn modelId="{64A7C4D0-35AD-4F92-AE8A-0158B05FB5E3}" type="presOf" srcId="{A4B4EBFA-B34A-4FF1-9B23-335BA0D1A07E}" destId="{0821F97C-6BCF-40A7-AD7B-D2520F9AB98C}" srcOrd="0" destOrd="0" presId="urn:microsoft.com/office/officeart/2005/8/layout/list1"/>
    <dgm:cxn modelId="{F2BFC9D1-D192-4A05-9D38-7789589F7F2E}" type="presOf" srcId="{32C995A2-F117-4CA8-A758-E673C4CAE258}" destId="{9B35D19E-0CDE-4E3D-9E8B-D27D6A901DA1}" srcOrd="0" destOrd="0" presId="urn:microsoft.com/office/officeart/2005/8/layout/list1"/>
    <dgm:cxn modelId="{A22AAAE5-0043-489A-820D-E457AB6DF53C}" type="presOf" srcId="{9B06E470-40EF-4441-BD98-1A0FDB4E4BD4}" destId="{EFAE8DBC-369D-4388-BD8F-7AEF406E8106}" srcOrd="1" destOrd="0" presId="urn:microsoft.com/office/officeart/2005/8/layout/list1"/>
    <dgm:cxn modelId="{317AFCD1-64D9-4542-AA5A-C2E73E5C52B2}" type="presParOf" srcId="{9B35D19E-0CDE-4E3D-9E8B-D27D6A901DA1}" destId="{D21CFA4A-7BAE-4AFD-89E3-44B1C1FC9D46}" srcOrd="0" destOrd="0" presId="urn:microsoft.com/office/officeart/2005/8/layout/list1"/>
    <dgm:cxn modelId="{10B44A72-E683-401E-AFC1-F539028F738F}" type="presParOf" srcId="{D21CFA4A-7BAE-4AFD-89E3-44B1C1FC9D46}" destId="{C607CD3D-557E-4D66-B26C-505D8153731A}" srcOrd="0" destOrd="0" presId="urn:microsoft.com/office/officeart/2005/8/layout/list1"/>
    <dgm:cxn modelId="{7364E6AE-7CA1-4AAD-BB76-0E0238E685D6}" type="presParOf" srcId="{D21CFA4A-7BAE-4AFD-89E3-44B1C1FC9D46}" destId="{E0D54AD7-7DD3-4956-AA6F-0C956770AE44}" srcOrd="1" destOrd="0" presId="urn:microsoft.com/office/officeart/2005/8/layout/list1"/>
    <dgm:cxn modelId="{BC12CE76-D060-4176-BCB8-FBC9F042C2AB}" type="presParOf" srcId="{9B35D19E-0CDE-4E3D-9E8B-D27D6A901DA1}" destId="{659839CB-7327-4E0A-ACF6-4168686100F4}" srcOrd="1" destOrd="0" presId="urn:microsoft.com/office/officeart/2005/8/layout/list1"/>
    <dgm:cxn modelId="{CD7863CE-E357-459B-B8BE-98EEC81C8816}" type="presParOf" srcId="{9B35D19E-0CDE-4E3D-9E8B-D27D6A901DA1}" destId="{FD5B4B91-8761-4B88-B319-60373E8D29D9}" srcOrd="2" destOrd="0" presId="urn:microsoft.com/office/officeart/2005/8/layout/list1"/>
    <dgm:cxn modelId="{55F0F603-743E-47F8-9E4B-917742F11062}" type="presParOf" srcId="{9B35D19E-0CDE-4E3D-9E8B-D27D6A901DA1}" destId="{8F92E242-871F-49A6-962C-65C8157A8BC3}" srcOrd="3" destOrd="0" presId="urn:microsoft.com/office/officeart/2005/8/layout/list1"/>
    <dgm:cxn modelId="{CD9DAB65-9CB3-4741-B9C0-5E25618FB1D0}" type="presParOf" srcId="{9B35D19E-0CDE-4E3D-9E8B-D27D6A901DA1}" destId="{BA2967FD-13BE-4AD3-9A0E-5F89B26A438F}" srcOrd="4" destOrd="0" presId="urn:microsoft.com/office/officeart/2005/8/layout/list1"/>
    <dgm:cxn modelId="{CBF2173B-AF0B-41C6-94D3-9C98D63D6FA0}" type="presParOf" srcId="{BA2967FD-13BE-4AD3-9A0E-5F89B26A438F}" destId="{ADF4C700-F4AE-4CAE-869A-749D1EB5D6AE}" srcOrd="0" destOrd="0" presId="urn:microsoft.com/office/officeart/2005/8/layout/list1"/>
    <dgm:cxn modelId="{A864B8A5-477F-4A41-9044-82DAED3841B4}" type="presParOf" srcId="{BA2967FD-13BE-4AD3-9A0E-5F89B26A438F}" destId="{431D5029-E4F4-4B2A-9F14-81707D1068FF}" srcOrd="1" destOrd="0" presId="urn:microsoft.com/office/officeart/2005/8/layout/list1"/>
    <dgm:cxn modelId="{2255E35A-294A-4AEC-B033-11CE4D5BA4B1}" type="presParOf" srcId="{9B35D19E-0CDE-4E3D-9E8B-D27D6A901DA1}" destId="{EBA3A704-C665-46F0-B34C-0C0A5921D0C8}" srcOrd="5" destOrd="0" presId="urn:microsoft.com/office/officeart/2005/8/layout/list1"/>
    <dgm:cxn modelId="{FBD2B0F5-A98F-4569-BC15-3153EE46E6F2}" type="presParOf" srcId="{9B35D19E-0CDE-4E3D-9E8B-D27D6A901DA1}" destId="{B7A466FA-A2A5-48DC-B80E-3E6BF63B4707}" srcOrd="6" destOrd="0" presId="urn:microsoft.com/office/officeart/2005/8/layout/list1"/>
    <dgm:cxn modelId="{CA789141-0DAD-4E02-AF43-5B076A759541}" type="presParOf" srcId="{9B35D19E-0CDE-4E3D-9E8B-D27D6A901DA1}" destId="{38CA9710-4181-4F7D-8753-806A57C75BAD}" srcOrd="7" destOrd="0" presId="urn:microsoft.com/office/officeart/2005/8/layout/list1"/>
    <dgm:cxn modelId="{5D27DF3E-6D36-4312-BD70-1B06700BDBC4}" type="presParOf" srcId="{9B35D19E-0CDE-4E3D-9E8B-D27D6A901DA1}" destId="{6CEB469C-46E0-49C9-9890-95EB0308D460}" srcOrd="8" destOrd="0" presId="urn:microsoft.com/office/officeart/2005/8/layout/list1"/>
    <dgm:cxn modelId="{D368FE08-3981-4FC2-8A98-5196EFD0DA6D}" type="presParOf" srcId="{6CEB469C-46E0-49C9-9890-95EB0308D460}" destId="{7C5A436F-B89E-4ED4-BCC3-94E0B70969BC}" srcOrd="0" destOrd="0" presId="urn:microsoft.com/office/officeart/2005/8/layout/list1"/>
    <dgm:cxn modelId="{D9FDE9AE-368E-47F0-A4AD-70805A152BA7}" type="presParOf" srcId="{6CEB469C-46E0-49C9-9890-95EB0308D460}" destId="{EFAE8DBC-369D-4388-BD8F-7AEF406E8106}" srcOrd="1" destOrd="0" presId="urn:microsoft.com/office/officeart/2005/8/layout/list1"/>
    <dgm:cxn modelId="{473B4260-C44F-4831-8076-765B88D5F9AF}" type="presParOf" srcId="{9B35D19E-0CDE-4E3D-9E8B-D27D6A901DA1}" destId="{E6AE77CC-4D40-4488-8440-91FB401A9F39}" srcOrd="9" destOrd="0" presId="urn:microsoft.com/office/officeart/2005/8/layout/list1"/>
    <dgm:cxn modelId="{571FA329-FFF0-457A-9C98-8BD1B17C4447}" type="presParOf" srcId="{9B35D19E-0CDE-4E3D-9E8B-D27D6A901DA1}" destId="{89076B6E-E356-47E2-A39E-BD03A8821126}" srcOrd="10" destOrd="0" presId="urn:microsoft.com/office/officeart/2005/8/layout/list1"/>
    <dgm:cxn modelId="{2039F733-3A38-4B00-8A36-A8247EDBA9AF}" type="presParOf" srcId="{9B35D19E-0CDE-4E3D-9E8B-D27D6A901DA1}" destId="{202A322B-BC80-4A8C-8957-5EDD5F975D77}" srcOrd="11" destOrd="0" presId="urn:microsoft.com/office/officeart/2005/8/layout/list1"/>
    <dgm:cxn modelId="{102D5AD0-3AAF-4259-8C18-FBA10DBCE15B}" type="presParOf" srcId="{9B35D19E-0CDE-4E3D-9E8B-D27D6A901DA1}" destId="{4E947F61-4F14-4662-BC28-4EAAA7E4CD6B}" srcOrd="12" destOrd="0" presId="urn:microsoft.com/office/officeart/2005/8/layout/list1"/>
    <dgm:cxn modelId="{93F644A8-CA4F-4F2B-9AE8-601368B38AC5}" type="presParOf" srcId="{4E947F61-4F14-4662-BC28-4EAAA7E4CD6B}" destId="{3F6B4882-22C2-4CBF-83B6-00A23A10EEFE}" srcOrd="0" destOrd="0" presId="urn:microsoft.com/office/officeart/2005/8/layout/list1"/>
    <dgm:cxn modelId="{A2BBC6F3-5937-427B-8675-6D514010DE64}" type="presParOf" srcId="{4E947F61-4F14-4662-BC28-4EAAA7E4CD6B}" destId="{52FCC484-2988-4E00-B9FE-A6FE6A85CFB4}" srcOrd="1" destOrd="0" presId="urn:microsoft.com/office/officeart/2005/8/layout/list1"/>
    <dgm:cxn modelId="{B03F1D0F-CEE7-415D-9876-93CD85FF14CC}" type="presParOf" srcId="{9B35D19E-0CDE-4E3D-9E8B-D27D6A901DA1}" destId="{AA83B90C-6125-41BB-8733-51EA55EBB49F}" srcOrd="13" destOrd="0" presId="urn:microsoft.com/office/officeart/2005/8/layout/list1"/>
    <dgm:cxn modelId="{D902D003-0B69-49C4-9822-5C8A804874DE}" type="presParOf" srcId="{9B35D19E-0CDE-4E3D-9E8B-D27D6A901DA1}" destId="{B8C46AFB-A35F-4D95-8599-A6384A5CF53E}" srcOrd="14" destOrd="0" presId="urn:microsoft.com/office/officeart/2005/8/layout/list1"/>
    <dgm:cxn modelId="{7DBA9195-A702-4468-9565-8CB5C8DD3C84}" type="presParOf" srcId="{9B35D19E-0CDE-4E3D-9E8B-D27D6A901DA1}" destId="{A2114257-752D-4BFB-A70B-B5EBCC6F4A05}" srcOrd="15" destOrd="0" presId="urn:microsoft.com/office/officeart/2005/8/layout/list1"/>
    <dgm:cxn modelId="{A8453211-A6A7-4F73-8982-6C0A166594C2}" type="presParOf" srcId="{9B35D19E-0CDE-4E3D-9E8B-D27D6A901DA1}" destId="{35FB6325-2C27-40EE-A838-F57031710275}" srcOrd="16" destOrd="0" presId="urn:microsoft.com/office/officeart/2005/8/layout/list1"/>
    <dgm:cxn modelId="{CD068871-061E-4581-9EAA-DD40BEEC091E}" type="presParOf" srcId="{35FB6325-2C27-40EE-A838-F57031710275}" destId="{0821F97C-6BCF-40A7-AD7B-D2520F9AB98C}" srcOrd="0" destOrd="0" presId="urn:microsoft.com/office/officeart/2005/8/layout/list1"/>
    <dgm:cxn modelId="{C21B1748-77CB-44C3-A95C-1296209853F2}" type="presParOf" srcId="{35FB6325-2C27-40EE-A838-F57031710275}" destId="{45B1D06D-942A-4A08-88C5-B7BACB65010F}" srcOrd="1" destOrd="0" presId="urn:microsoft.com/office/officeart/2005/8/layout/list1"/>
    <dgm:cxn modelId="{0239E2AE-25C3-4768-801F-F85D6C59F31D}" type="presParOf" srcId="{9B35D19E-0CDE-4E3D-9E8B-D27D6A901DA1}" destId="{7E8A38C6-E875-4281-A91A-D613C940B407}" srcOrd="17" destOrd="0" presId="urn:microsoft.com/office/officeart/2005/8/layout/list1"/>
    <dgm:cxn modelId="{F9547E05-8B33-4010-835D-89BC1089E23F}" type="presParOf" srcId="{9B35D19E-0CDE-4E3D-9E8B-D27D6A901DA1}" destId="{92961AB6-388C-496B-BEF6-114BC92777F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DFAAE5-8210-4319-BE36-4188623A3A9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4C1B91-4F88-4348-8784-02B75DDC623A}">
      <dgm:prSet/>
      <dgm:spPr/>
      <dgm:t>
        <a:bodyPr/>
        <a:lstStyle/>
        <a:p>
          <a:r>
            <a:rPr lang="ro-RO" dirty="0"/>
            <a:t>Trigger / Schedule </a:t>
          </a:r>
          <a:endParaRPr lang="en-US" dirty="0"/>
        </a:p>
      </dgm:t>
    </dgm:pt>
    <dgm:pt modelId="{BC05A254-94EA-48D9-9B1C-A3F692976D5D}" type="parTrans" cxnId="{E3FEA65D-3FBD-4B71-85EC-97BB8CA06963}">
      <dgm:prSet/>
      <dgm:spPr/>
      <dgm:t>
        <a:bodyPr/>
        <a:lstStyle/>
        <a:p>
          <a:endParaRPr lang="en-US"/>
        </a:p>
      </dgm:t>
    </dgm:pt>
    <dgm:pt modelId="{9E10ED33-C7D7-4F2E-B5B6-2DE8125CF532}" type="sibTrans" cxnId="{E3FEA65D-3FBD-4B71-85EC-97BB8CA06963}">
      <dgm:prSet/>
      <dgm:spPr/>
      <dgm:t>
        <a:bodyPr/>
        <a:lstStyle/>
        <a:p>
          <a:endParaRPr lang="en-US"/>
        </a:p>
      </dgm:t>
    </dgm:pt>
    <dgm:pt modelId="{7A0DB436-9C7D-4C64-8A84-035F2A51E353}">
      <dgm:prSet/>
      <dgm:spPr/>
      <dgm:t>
        <a:bodyPr/>
        <a:lstStyle/>
        <a:p>
          <a:r>
            <a:rPr lang="ro-RO"/>
            <a:t>Selectare simboluri </a:t>
          </a:r>
          <a:endParaRPr lang="en-US"/>
        </a:p>
      </dgm:t>
    </dgm:pt>
    <dgm:pt modelId="{C3A9E126-9D60-4436-9A56-DA8A33660377}" type="parTrans" cxnId="{EEBBAB9D-E323-4118-872E-938C576E3B66}">
      <dgm:prSet/>
      <dgm:spPr/>
      <dgm:t>
        <a:bodyPr/>
        <a:lstStyle/>
        <a:p>
          <a:endParaRPr lang="en-US"/>
        </a:p>
      </dgm:t>
    </dgm:pt>
    <dgm:pt modelId="{20504F38-0348-42E5-BB6C-29DEBE8D7204}" type="sibTrans" cxnId="{EEBBAB9D-E323-4118-872E-938C576E3B66}">
      <dgm:prSet/>
      <dgm:spPr/>
      <dgm:t>
        <a:bodyPr/>
        <a:lstStyle/>
        <a:p>
          <a:endParaRPr lang="en-US"/>
        </a:p>
      </dgm:t>
    </dgm:pt>
    <dgm:pt modelId="{009AF2D7-FB8E-49B1-AC29-49535EDCF0F6}">
      <dgm:prSet/>
      <dgm:spPr/>
      <dgm:t>
        <a:bodyPr/>
        <a:lstStyle/>
        <a:p>
          <a:r>
            <a:rPr lang="ro-RO"/>
            <a:t>Colectare date (preț, volum, știri, analiști, social)</a:t>
          </a:r>
          <a:endParaRPr lang="en-US"/>
        </a:p>
      </dgm:t>
    </dgm:pt>
    <dgm:pt modelId="{8647E008-014F-4A12-9B34-32B1E171F56F}" type="parTrans" cxnId="{180AC465-E9D0-4922-848B-23C4E1BE6A2E}">
      <dgm:prSet/>
      <dgm:spPr/>
      <dgm:t>
        <a:bodyPr/>
        <a:lstStyle/>
        <a:p>
          <a:endParaRPr lang="en-US"/>
        </a:p>
      </dgm:t>
    </dgm:pt>
    <dgm:pt modelId="{289610A3-F669-4350-A9A4-AC54D61DFEDA}" type="sibTrans" cxnId="{180AC465-E9D0-4922-848B-23C4E1BE6A2E}">
      <dgm:prSet/>
      <dgm:spPr/>
      <dgm:t>
        <a:bodyPr/>
        <a:lstStyle/>
        <a:p>
          <a:endParaRPr lang="en-US"/>
        </a:p>
      </dgm:t>
    </dgm:pt>
    <dgm:pt modelId="{69F6FF1F-74E6-4AAD-BB69-0752F7734AFF}">
      <dgm:prSet/>
      <dgm:spPr/>
      <dgm:t>
        <a:bodyPr/>
        <a:lstStyle/>
        <a:p>
          <a:r>
            <a:rPr lang="ro-RO"/>
            <a:t>Analiză tehnică  (SMA, RSI, t</a:t>
          </a:r>
          <a:r>
            <a:rPr lang="en-US"/>
            <a:t>1</a:t>
          </a:r>
          <a:r>
            <a:rPr lang="ro-RO"/>
            <a:t>rend)   </a:t>
          </a:r>
          <a:endParaRPr lang="en-US"/>
        </a:p>
      </dgm:t>
    </dgm:pt>
    <dgm:pt modelId="{BF4FBB75-EF8A-4126-8FE2-BBA473CC845C}" type="parTrans" cxnId="{45A63D65-CD0D-4384-B05B-E64EA4CF8589}">
      <dgm:prSet/>
      <dgm:spPr/>
      <dgm:t>
        <a:bodyPr/>
        <a:lstStyle/>
        <a:p>
          <a:endParaRPr lang="en-US"/>
        </a:p>
      </dgm:t>
    </dgm:pt>
    <dgm:pt modelId="{66D14405-3F0C-4A5A-BB87-D43CD6394F75}" type="sibTrans" cxnId="{45A63D65-CD0D-4384-B05B-E64EA4CF8589}">
      <dgm:prSet/>
      <dgm:spPr/>
      <dgm:t>
        <a:bodyPr/>
        <a:lstStyle/>
        <a:p>
          <a:endParaRPr lang="en-US"/>
        </a:p>
      </dgm:t>
    </dgm:pt>
    <dgm:pt modelId="{B0D175CA-0C79-4D56-9E5F-9B10C1302809}">
      <dgm:prSet/>
      <dgm:spPr/>
      <dgm:t>
        <a:bodyPr/>
        <a:lstStyle/>
        <a:p>
          <a:r>
            <a:rPr lang="ro-RO"/>
            <a:t>Predicție preț  (model matematic)</a:t>
          </a:r>
          <a:endParaRPr lang="en-US"/>
        </a:p>
      </dgm:t>
    </dgm:pt>
    <dgm:pt modelId="{30E8B148-A2C0-495A-BCE9-E7AC4D11CC30}" type="parTrans" cxnId="{9B57E226-5211-45BC-8FEE-99F25E74A248}">
      <dgm:prSet/>
      <dgm:spPr/>
      <dgm:t>
        <a:bodyPr/>
        <a:lstStyle/>
        <a:p>
          <a:endParaRPr lang="en-US"/>
        </a:p>
      </dgm:t>
    </dgm:pt>
    <dgm:pt modelId="{E9067B8E-701B-4665-BDF3-527DFD8EDF3A}" type="sibTrans" cxnId="{9B57E226-5211-45BC-8FEE-99F25E74A248}">
      <dgm:prSet/>
      <dgm:spPr/>
      <dgm:t>
        <a:bodyPr/>
        <a:lstStyle/>
        <a:p>
          <a:endParaRPr lang="en-US"/>
        </a:p>
      </dgm:t>
    </dgm:pt>
    <dgm:pt modelId="{D413AD20-24AB-4FE4-987E-55A43F2CC7E3}">
      <dgm:prSet/>
      <dgm:spPr/>
      <dgm:t>
        <a:bodyPr/>
        <a:lstStyle/>
        <a:p>
          <a:r>
            <a:rPr lang="ro-RO"/>
            <a:t>Analiză sentiment  (știri + social)</a:t>
          </a:r>
          <a:endParaRPr lang="en-US"/>
        </a:p>
      </dgm:t>
    </dgm:pt>
    <dgm:pt modelId="{37B9A4A5-5BB5-4D29-9359-379AD49A8DDE}" type="parTrans" cxnId="{448D0156-8492-4A0D-9F59-EE32B4CE0E8C}">
      <dgm:prSet/>
      <dgm:spPr/>
      <dgm:t>
        <a:bodyPr/>
        <a:lstStyle/>
        <a:p>
          <a:endParaRPr lang="en-US"/>
        </a:p>
      </dgm:t>
    </dgm:pt>
    <dgm:pt modelId="{BE638067-70BB-4794-9E3A-67888607BE38}" type="sibTrans" cxnId="{448D0156-8492-4A0D-9F59-EE32B4CE0E8C}">
      <dgm:prSet/>
      <dgm:spPr/>
      <dgm:t>
        <a:bodyPr/>
        <a:lstStyle/>
        <a:p>
          <a:endParaRPr lang="en-US"/>
        </a:p>
      </dgm:t>
    </dgm:pt>
    <dgm:pt modelId="{8424BA31-EA81-48B0-BD4E-28412EA30944}">
      <dgm:prSet/>
      <dgm:spPr/>
      <dgm:t>
        <a:bodyPr/>
        <a:lstStyle/>
        <a:p>
          <a:r>
            <a:rPr lang="ro-RO"/>
            <a:t>Combinare scoruri </a:t>
          </a:r>
          <a:endParaRPr lang="en-US"/>
        </a:p>
      </dgm:t>
    </dgm:pt>
    <dgm:pt modelId="{062B678F-8D74-4048-8DFB-CD5204BEE2E8}" type="parTrans" cxnId="{FC948401-9583-4EF9-BA7C-04922E2810C5}">
      <dgm:prSet/>
      <dgm:spPr/>
      <dgm:t>
        <a:bodyPr/>
        <a:lstStyle/>
        <a:p>
          <a:endParaRPr lang="en-US"/>
        </a:p>
      </dgm:t>
    </dgm:pt>
    <dgm:pt modelId="{83FE6B34-9155-4ABF-9A47-512FC973966D}" type="sibTrans" cxnId="{FC948401-9583-4EF9-BA7C-04922E2810C5}">
      <dgm:prSet/>
      <dgm:spPr/>
      <dgm:t>
        <a:bodyPr/>
        <a:lstStyle/>
        <a:p>
          <a:endParaRPr lang="en-US"/>
        </a:p>
      </dgm:t>
    </dgm:pt>
    <dgm:pt modelId="{0BE2AFFC-89E0-4FB0-B5F3-DFAF528914DF}">
      <dgm:prSet/>
      <dgm:spPr/>
      <dgm:t>
        <a:bodyPr/>
        <a:lstStyle/>
        <a:p>
          <a:r>
            <a:rPr lang="ro-RO"/>
            <a:t>Recomandare finală  (BUY / SELL / HOLD)</a:t>
          </a:r>
          <a:endParaRPr lang="en-US"/>
        </a:p>
      </dgm:t>
    </dgm:pt>
    <dgm:pt modelId="{3ECE09AF-3A6D-4746-BB49-C047E830EA37}" type="parTrans" cxnId="{47E71442-4BA5-4448-B863-BAB64CFB8244}">
      <dgm:prSet/>
      <dgm:spPr/>
      <dgm:t>
        <a:bodyPr/>
        <a:lstStyle/>
        <a:p>
          <a:endParaRPr lang="en-US"/>
        </a:p>
      </dgm:t>
    </dgm:pt>
    <dgm:pt modelId="{699A17CB-228D-4384-B8D2-862F5DEF8FEA}" type="sibTrans" cxnId="{47E71442-4BA5-4448-B863-BAB64CFB8244}">
      <dgm:prSet/>
      <dgm:spPr/>
      <dgm:t>
        <a:bodyPr/>
        <a:lstStyle/>
        <a:p>
          <a:endParaRPr lang="en-US"/>
        </a:p>
      </dgm:t>
    </dgm:pt>
    <dgm:pt modelId="{ED22F01D-CCF0-475B-9692-33E5616AAF6D}">
      <dgm:prSet/>
      <dgm:spPr/>
      <dgm:t>
        <a:bodyPr/>
        <a:lstStyle/>
        <a:p>
          <a:r>
            <a:rPr lang="ro-RO" dirty="0"/>
            <a:t>Validare AI</a:t>
          </a:r>
          <a:endParaRPr lang="en-US" dirty="0"/>
        </a:p>
      </dgm:t>
    </dgm:pt>
    <dgm:pt modelId="{F0E900D8-B048-4B05-A69F-03CB9D46E32C}" type="parTrans" cxnId="{FC4C8DA0-76CC-44F9-AACD-543D497D4213}">
      <dgm:prSet/>
      <dgm:spPr/>
      <dgm:t>
        <a:bodyPr/>
        <a:lstStyle/>
        <a:p>
          <a:endParaRPr lang="en-US"/>
        </a:p>
      </dgm:t>
    </dgm:pt>
    <dgm:pt modelId="{40753810-E936-47FD-B804-3144CDEEEB55}" type="sibTrans" cxnId="{FC4C8DA0-76CC-44F9-AACD-543D497D4213}">
      <dgm:prSet/>
      <dgm:spPr/>
      <dgm:t>
        <a:bodyPr/>
        <a:lstStyle/>
        <a:p>
          <a:endParaRPr lang="en-US"/>
        </a:p>
      </dgm:t>
    </dgm:pt>
    <dgm:pt modelId="{06456E34-B61E-4F1F-BC1D-32D5FFBF57A7}">
      <dgm:prSet/>
      <dgm:spPr/>
      <dgm:t>
        <a:bodyPr/>
        <a:lstStyle/>
        <a:p>
          <a:r>
            <a:rPr lang="ro-RO"/>
            <a:t>Notificare utilizator Discord</a:t>
          </a:r>
          <a:endParaRPr lang="en-US"/>
        </a:p>
      </dgm:t>
    </dgm:pt>
    <dgm:pt modelId="{ADE2D799-89BD-4C7B-82FC-1876BC5435CC}" type="parTrans" cxnId="{9294AFE5-588B-4A86-BE4D-004AC842D879}">
      <dgm:prSet/>
      <dgm:spPr/>
      <dgm:t>
        <a:bodyPr/>
        <a:lstStyle/>
        <a:p>
          <a:endParaRPr lang="en-US"/>
        </a:p>
      </dgm:t>
    </dgm:pt>
    <dgm:pt modelId="{D835ADA4-E249-4943-BEC3-02A954B4B2BB}" type="sibTrans" cxnId="{9294AFE5-588B-4A86-BE4D-004AC842D879}">
      <dgm:prSet/>
      <dgm:spPr/>
      <dgm:t>
        <a:bodyPr/>
        <a:lstStyle/>
        <a:p>
          <a:endParaRPr lang="en-US"/>
        </a:p>
      </dgm:t>
    </dgm:pt>
    <dgm:pt modelId="{937B520B-C7DA-4EDA-B526-6066FA93C43A}" type="pres">
      <dgm:prSet presAssocID="{E1DFAAE5-8210-4319-BE36-4188623A3A95}" presName="Name0" presStyleCnt="0">
        <dgm:presLayoutVars>
          <dgm:dir/>
          <dgm:resizeHandles val="exact"/>
        </dgm:presLayoutVars>
      </dgm:prSet>
      <dgm:spPr/>
    </dgm:pt>
    <dgm:pt modelId="{836DC060-3FF9-4294-926D-9FAA44268B16}" type="pres">
      <dgm:prSet presAssocID="{374C1B91-4F88-4348-8784-02B75DDC623A}" presName="node" presStyleLbl="node1" presStyleIdx="0" presStyleCnt="10">
        <dgm:presLayoutVars>
          <dgm:bulletEnabled val="1"/>
        </dgm:presLayoutVars>
      </dgm:prSet>
      <dgm:spPr/>
    </dgm:pt>
    <dgm:pt modelId="{76EBED49-0FA4-461A-93B7-38264B59852A}" type="pres">
      <dgm:prSet presAssocID="{9E10ED33-C7D7-4F2E-B5B6-2DE8125CF532}" presName="sibTrans" presStyleLbl="sibTrans1D1" presStyleIdx="0" presStyleCnt="9"/>
      <dgm:spPr/>
    </dgm:pt>
    <dgm:pt modelId="{A282DF54-530F-4336-BF41-5D3B73EC5859}" type="pres">
      <dgm:prSet presAssocID="{9E10ED33-C7D7-4F2E-B5B6-2DE8125CF532}" presName="connectorText" presStyleLbl="sibTrans1D1" presStyleIdx="0" presStyleCnt="9"/>
      <dgm:spPr/>
    </dgm:pt>
    <dgm:pt modelId="{E94DED61-1B87-4B28-A7BB-92ECE82A38EF}" type="pres">
      <dgm:prSet presAssocID="{7A0DB436-9C7D-4C64-8A84-035F2A51E353}" presName="node" presStyleLbl="node1" presStyleIdx="1" presStyleCnt="10">
        <dgm:presLayoutVars>
          <dgm:bulletEnabled val="1"/>
        </dgm:presLayoutVars>
      </dgm:prSet>
      <dgm:spPr/>
    </dgm:pt>
    <dgm:pt modelId="{FF669C35-35B4-4D43-851D-0041EB63554B}" type="pres">
      <dgm:prSet presAssocID="{20504F38-0348-42E5-BB6C-29DEBE8D7204}" presName="sibTrans" presStyleLbl="sibTrans1D1" presStyleIdx="1" presStyleCnt="9"/>
      <dgm:spPr/>
    </dgm:pt>
    <dgm:pt modelId="{0D275574-669B-46B5-8C56-B76221688D60}" type="pres">
      <dgm:prSet presAssocID="{20504F38-0348-42E5-BB6C-29DEBE8D7204}" presName="connectorText" presStyleLbl="sibTrans1D1" presStyleIdx="1" presStyleCnt="9"/>
      <dgm:spPr/>
    </dgm:pt>
    <dgm:pt modelId="{F2108D49-AB79-4382-9394-025B02EBBB61}" type="pres">
      <dgm:prSet presAssocID="{009AF2D7-FB8E-49B1-AC29-49535EDCF0F6}" presName="node" presStyleLbl="node1" presStyleIdx="2" presStyleCnt="10">
        <dgm:presLayoutVars>
          <dgm:bulletEnabled val="1"/>
        </dgm:presLayoutVars>
      </dgm:prSet>
      <dgm:spPr/>
    </dgm:pt>
    <dgm:pt modelId="{B0B363BA-21A0-409B-8F1B-B2C5B74E0C72}" type="pres">
      <dgm:prSet presAssocID="{289610A3-F669-4350-A9A4-AC54D61DFEDA}" presName="sibTrans" presStyleLbl="sibTrans1D1" presStyleIdx="2" presStyleCnt="9"/>
      <dgm:spPr/>
    </dgm:pt>
    <dgm:pt modelId="{316A0E1A-819F-4C9D-AA29-E7E416A9FD23}" type="pres">
      <dgm:prSet presAssocID="{289610A3-F669-4350-A9A4-AC54D61DFEDA}" presName="connectorText" presStyleLbl="sibTrans1D1" presStyleIdx="2" presStyleCnt="9"/>
      <dgm:spPr/>
    </dgm:pt>
    <dgm:pt modelId="{2C658088-5EB1-48A8-ADB3-149F2C1441E2}" type="pres">
      <dgm:prSet presAssocID="{69F6FF1F-74E6-4AAD-BB69-0752F7734AFF}" presName="node" presStyleLbl="node1" presStyleIdx="3" presStyleCnt="10">
        <dgm:presLayoutVars>
          <dgm:bulletEnabled val="1"/>
        </dgm:presLayoutVars>
      </dgm:prSet>
      <dgm:spPr/>
    </dgm:pt>
    <dgm:pt modelId="{251F6E04-2D33-4647-AB50-BF58317A5018}" type="pres">
      <dgm:prSet presAssocID="{66D14405-3F0C-4A5A-BB87-D43CD6394F75}" presName="sibTrans" presStyleLbl="sibTrans1D1" presStyleIdx="3" presStyleCnt="9"/>
      <dgm:spPr/>
    </dgm:pt>
    <dgm:pt modelId="{D21396D3-9025-4619-8566-B0F80C0C063A}" type="pres">
      <dgm:prSet presAssocID="{66D14405-3F0C-4A5A-BB87-D43CD6394F75}" presName="connectorText" presStyleLbl="sibTrans1D1" presStyleIdx="3" presStyleCnt="9"/>
      <dgm:spPr/>
    </dgm:pt>
    <dgm:pt modelId="{89B53498-B325-48B5-9A45-948D8F7FB854}" type="pres">
      <dgm:prSet presAssocID="{B0D175CA-0C79-4D56-9E5F-9B10C1302809}" presName="node" presStyleLbl="node1" presStyleIdx="4" presStyleCnt="10">
        <dgm:presLayoutVars>
          <dgm:bulletEnabled val="1"/>
        </dgm:presLayoutVars>
      </dgm:prSet>
      <dgm:spPr/>
    </dgm:pt>
    <dgm:pt modelId="{4D68C8DB-92DB-4B67-8B07-607AD385A577}" type="pres">
      <dgm:prSet presAssocID="{E9067B8E-701B-4665-BDF3-527DFD8EDF3A}" presName="sibTrans" presStyleLbl="sibTrans1D1" presStyleIdx="4" presStyleCnt="9"/>
      <dgm:spPr/>
    </dgm:pt>
    <dgm:pt modelId="{C723E102-9706-4C4E-8962-AB5E53E6A654}" type="pres">
      <dgm:prSet presAssocID="{E9067B8E-701B-4665-BDF3-527DFD8EDF3A}" presName="connectorText" presStyleLbl="sibTrans1D1" presStyleIdx="4" presStyleCnt="9"/>
      <dgm:spPr/>
    </dgm:pt>
    <dgm:pt modelId="{E47BAE33-CDD0-4A70-BF42-5399D537B157}" type="pres">
      <dgm:prSet presAssocID="{D413AD20-24AB-4FE4-987E-55A43F2CC7E3}" presName="node" presStyleLbl="node1" presStyleIdx="5" presStyleCnt="10">
        <dgm:presLayoutVars>
          <dgm:bulletEnabled val="1"/>
        </dgm:presLayoutVars>
      </dgm:prSet>
      <dgm:spPr/>
    </dgm:pt>
    <dgm:pt modelId="{61604929-8618-499D-AC36-3DE47182DA46}" type="pres">
      <dgm:prSet presAssocID="{BE638067-70BB-4794-9E3A-67888607BE38}" presName="sibTrans" presStyleLbl="sibTrans1D1" presStyleIdx="5" presStyleCnt="9"/>
      <dgm:spPr/>
    </dgm:pt>
    <dgm:pt modelId="{50EBD34E-1394-436A-82A1-4E9EA2CF2A35}" type="pres">
      <dgm:prSet presAssocID="{BE638067-70BB-4794-9E3A-67888607BE38}" presName="connectorText" presStyleLbl="sibTrans1D1" presStyleIdx="5" presStyleCnt="9"/>
      <dgm:spPr/>
    </dgm:pt>
    <dgm:pt modelId="{6CCE24AD-8E47-45DC-8B02-1BB30D94E177}" type="pres">
      <dgm:prSet presAssocID="{8424BA31-EA81-48B0-BD4E-28412EA30944}" presName="node" presStyleLbl="node1" presStyleIdx="6" presStyleCnt="10">
        <dgm:presLayoutVars>
          <dgm:bulletEnabled val="1"/>
        </dgm:presLayoutVars>
      </dgm:prSet>
      <dgm:spPr/>
    </dgm:pt>
    <dgm:pt modelId="{F3E5283E-2CA4-470F-92F4-D46059D8E15C}" type="pres">
      <dgm:prSet presAssocID="{83FE6B34-9155-4ABF-9A47-512FC973966D}" presName="sibTrans" presStyleLbl="sibTrans1D1" presStyleIdx="6" presStyleCnt="9"/>
      <dgm:spPr/>
    </dgm:pt>
    <dgm:pt modelId="{E0664075-F653-4FC7-A322-4354077FA6CE}" type="pres">
      <dgm:prSet presAssocID="{83FE6B34-9155-4ABF-9A47-512FC973966D}" presName="connectorText" presStyleLbl="sibTrans1D1" presStyleIdx="6" presStyleCnt="9"/>
      <dgm:spPr/>
    </dgm:pt>
    <dgm:pt modelId="{D7B7EDC0-3ABD-4B0F-A899-E914B044939A}" type="pres">
      <dgm:prSet presAssocID="{0BE2AFFC-89E0-4FB0-B5F3-DFAF528914DF}" presName="node" presStyleLbl="node1" presStyleIdx="7" presStyleCnt="10">
        <dgm:presLayoutVars>
          <dgm:bulletEnabled val="1"/>
        </dgm:presLayoutVars>
      </dgm:prSet>
      <dgm:spPr/>
    </dgm:pt>
    <dgm:pt modelId="{D6908A79-5D76-4509-B019-5CE31257FBDE}" type="pres">
      <dgm:prSet presAssocID="{699A17CB-228D-4384-B8D2-862F5DEF8FEA}" presName="sibTrans" presStyleLbl="sibTrans1D1" presStyleIdx="7" presStyleCnt="9"/>
      <dgm:spPr/>
    </dgm:pt>
    <dgm:pt modelId="{7DA648A6-D7DF-4413-BB81-8C5B33CC5EAA}" type="pres">
      <dgm:prSet presAssocID="{699A17CB-228D-4384-B8D2-862F5DEF8FEA}" presName="connectorText" presStyleLbl="sibTrans1D1" presStyleIdx="7" presStyleCnt="9"/>
      <dgm:spPr/>
    </dgm:pt>
    <dgm:pt modelId="{6169C246-7665-4043-9179-F9292AD37072}" type="pres">
      <dgm:prSet presAssocID="{ED22F01D-CCF0-475B-9692-33E5616AAF6D}" presName="node" presStyleLbl="node1" presStyleIdx="8" presStyleCnt="10">
        <dgm:presLayoutVars>
          <dgm:bulletEnabled val="1"/>
        </dgm:presLayoutVars>
      </dgm:prSet>
      <dgm:spPr/>
    </dgm:pt>
    <dgm:pt modelId="{AB9561B2-3E3E-4021-8ABE-5A8B6D78E821}" type="pres">
      <dgm:prSet presAssocID="{40753810-E936-47FD-B804-3144CDEEEB55}" presName="sibTrans" presStyleLbl="sibTrans1D1" presStyleIdx="8" presStyleCnt="9"/>
      <dgm:spPr/>
    </dgm:pt>
    <dgm:pt modelId="{28D927C4-85F1-4874-9C52-DCC1AE3398D8}" type="pres">
      <dgm:prSet presAssocID="{40753810-E936-47FD-B804-3144CDEEEB55}" presName="connectorText" presStyleLbl="sibTrans1D1" presStyleIdx="8" presStyleCnt="9"/>
      <dgm:spPr/>
    </dgm:pt>
    <dgm:pt modelId="{ECA150D1-49B7-4F69-93B4-EEC597FEDBAA}" type="pres">
      <dgm:prSet presAssocID="{06456E34-B61E-4F1F-BC1D-32D5FFBF57A7}" presName="node" presStyleLbl="node1" presStyleIdx="9" presStyleCnt="10">
        <dgm:presLayoutVars>
          <dgm:bulletEnabled val="1"/>
        </dgm:presLayoutVars>
      </dgm:prSet>
      <dgm:spPr/>
    </dgm:pt>
  </dgm:ptLst>
  <dgm:cxnLst>
    <dgm:cxn modelId="{FC948401-9583-4EF9-BA7C-04922E2810C5}" srcId="{E1DFAAE5-8210-4319-BE36-4188623A3A95}" destId="{8424BA31-EA81-48B0-BD4E-28412EA30944}" srcOrd="6" destOrd="0" parTransId="{062B678F-8D74-4048-8DFB-CD5204BEE2E8}" sibTransId="{83FE6B34-9155-4ABF-9A47-512FC973966D}"/>
    <dgm:cxn modelId="{C51A0802-6047-4AAF-9451-4C50C751650F}" type="presOf" srcId="{8424BA31-EA81-48B0-BD4E-28412EA30944}" destId="{6CCE24AD-8E47-45DC-8B02-1BB30D94E177}" srcOrd="0" destOrd="0" presId="urn:microsoft.com/office/officeart/2016/7/layout/RepeatingBendingProcessNew"/>
    <dgm:cxn modelId="{060A9F05-F5D9-413E-825D-029B5C26608E}" type="presOf" srcId="{83FE6B34-9155-4ABF-9A47-512FC973966D}" destId="{E0664075-F653-4FC7-A322-4354077FA6CE}" srcOrd="1" destOrd="0" presId="urn:microsoft.com/office/officeart/2016/7/layout/RepeatingBendingProcessNew"/>
    <dgm:cxn modelId="{3995B110-9438-4B07-8F49-28F2766EC254}" type="presOf" srcId="{66D14405-3F0C-4A5A-BB87-D43CD6394F75}" destId="{D21396D3-9025-4619-8566-B0F80C0C063A}" srcOrd="1" destOrd="0" presId="urn:microsoft.com/office/officeart/2016/7/layout/RepeatingBendingProcessNew"/>
    <dgm:cxn modelId="{29A30122-FA4B-4EE9-BDD8-CA0026F5B3C3}" type="presOf" srcId="{0BE2AFFC-89E0-4FB0-B5F3-DFAF528914DF}" destId="{D7B7EDC0-3ABD-4B0F-A899-E914B044939A}" srcOrd="0" destOrd="0" presId="urn:microsoft.com/office/officeart/2016/7/layout/RepeatingBendingProcessNew"/>
    <dgm:cxn modelId="{DCDE3826-39F9-4669-9231-4284DFBF3975}" type="presOf" srcId="{40753810-E936-47FD-B804-3144CDEEEB55}" destId="{28D927C4-85F1-4874-9C52-DCC1AE3398D8}" srcOrd="1" destOrd="0" presId="urn:microsoft.com/office/officeart/2016/7/layout/RepeatingBendingProcessNew"/>
    <dgm:cxn modelId="{9B57E226-5211-45BC-8FEE-99F25E74A248}" srcId="{E1DFAAE5-8210-4319-BE36-4188623A3A95}" destId="{B0D175CA-0C79-4D56-9E5F-9B10C1302809}" srcOrd="4" destOrd="0" parTransId="{30E8B148-A2C0-495A-BCE9-E7AC4D11CC30}" sibTransId="{E9067B8E-701B-4665-BDF3-527DFD8EDF3A}"/>
    <dgm:cxn modelId="{1B5A232C-E52F-441B-8A9C-D67E2D2031F3}" type="presOf" srcId="{B0D175CA-0C79-4D56-9E5F-9B10C1302809}" destId="{89B53498-B325-48B5-9A45-948D8F7FB854}" srcOrd="0" destOrd="0" presId="urn:microsoft.com/office/officeart/2016/7/layout/RepeatingBendingProcessNew"/>
    <dgm:cxn modelId="{E3FEA65D-3FBD-4B71-85EC-97BB8CA06963}" srcId="{E1DFAAE5-8210-4319-BE36-4188623A3A95}" destId="{374C1B91-4F88-4348-8784-02B75DDC623A}" srcOrd="0" destOrd="0" parTransId="{BC05A254-94EA-48D9-9B1C-A3F692976D5D}" sibTransId="{9E10ED33-C7D7-4F2E-B5B6-2DE8125CF532}"/>
    <dgm:cxn modelId="{F3222B41-73E7-4CD7-AB73-EE74A6526F25}" type="presOf" srcId="{BE638067-70BB-4794-9E3A-67888607BE38}" destId="{61604929-8618-499D-AC36-3DE47182DA46}" srcOrd="0" destOrd="0" presId="urn:microsoft.com/office/officeart/2016/7/layout/RepeatingBendingProcessNew"/>
    <dgm:cxn modelId="{47E71442-4BA5-4448-B863-BAB64CFB8244}" srcId="{E1DFAAE5-8210-4319-BE36-4188623A3A95}" destId="{0BE2AFFC-89E0-4FB0-B5F3-DFAF528914DF}" srcOrd="7" destOrd="0" parTransId="{3ECE09AF-3A6D-4746-BB49-C047E830EA37}" sibTransId="{699A17CB-228D-4384-B8D2-862F5DEF8FEA}"/>
    <dgm:cxn modelId="{45A63D65-CD0D-4384-B05B-E64EA4CF8589}" srcId="{E1DFAAE5-8210-4319-BE36-4188623A3A95}" destId="{69F6FF1F-74E6-4AAD-BB69-0752F7734AFF}" srcOrd="3" destOrd="0" parTransId="{BF4FBB75-EF8A-4126-8FE2-BBA473CC845C}" sibTransId="{66D14405-3F0C-4A5A-BB87-D43CD6394F75}"/>
    <dgm:cxn modelId="{180AC465-E9D0-4922-848B-23C4E1BE6A2E}" srcId="{E1DFAAE5-8210-4319-BE36-4188623A3A95}" destId="{009AF2D7-FB8E-49B1-AC29-49535EDCF0F6}" srcOrd="2" destOrd="0" parTransId="{8647E008-014F-4A12-9B34-32B1E171F56F}" sibTransId="{289610A3-F669-4350-A9A4-AC54D61DFEDA}"/>
    <dgm:cxn modelId="{595B9648-B2C1-41B9-A800-51FB39FDEDF2}" type="presOf" srcId="{9E10ED33-C7D7-4F2E-B5B6-2DE8125CF532}" destId="{A282DF54-530F-4336-BF41-5D3B73EC5859}" srcOrd="1" destOrd="0" presId="urn:microsoft.com/office/officeart/2016/7/layout/RepeatingBendingProcessNew"/>
    <dgm:cxn modelId="{D11CB24A-583E-4073-80C9-96FEB65AADF9}" type="presOf" srcId="{06456E34-B61E-4F1F-BC1D-32D5FFBF57A7}" destId="{ECA150D1-49B7-4F69-93B4-EEC597FEDBAA}" srcOrd="0" destOrd="0" presId="urn:microsoft.com/office/officeart/2016/7/layout/RepeatingBendingProcessNew"/>
    <dgm:cxn modelId="{E5E7E270-38E1-4426-92DE-8E7D2A8EC0E7}" type="presOf" srcId="{83FE6B34-9155-4ABF-9A47-512FC973966D}" destId="{F3E5283E-2CA4-470F-92F4-D46059D8E15C}" srcOrd="0" destOrd="0" presId="urn:microsoft.com/office/officeart/2016/7/layout/RepeatingBendingProcessNew"/>
    <dgm:cxn modelId="{952D5D53-7378-4BA6-91E1-22878983AD80}" type="presOf" srcId="{374C1B91-4F88-4348-8784-02B75DDC623A}" destId="{836DC060-3FF9-4294-926D-9FAA44268B16}" srcOrd="0" destOrd="0" presId="urn:microsoft.com/office/officeart/2016/7/layout/RepeatingBendingProcessNew"/>
    <dgm:cxn modelId="{83A2EA53-11AC-49EE-99CB-A6DF43DB2204}" type="presOf" srcId="{E9067B8E-701B-4665-BDF3-527DFD8EDF3A}" destId="{C723E102-9706-4C4E-8962-AB5E53E6A654}" srcOrd="1" destOrd="0" presId="urn:microsoft.com/office/officeart/2016/7/layout/RepeatingBendingProcessNew"/>
    <dgm:cxn modelId="{448D0156-8492-4A0D-9F59-EE32B4CE0E8C}" srcId="{E1DFAAE5-8210-4319-BE36-4188623A3A95}" destId="{D413AD20-24AB-4FE4-987E-55A43F2CC7E3}" srcOrd="5" destOrd="0" parTransId="{37B9A4A5-5BB5-4D29-9359-379AD49A8DDE}" sibTransId="{BE638067-70BB-4794-9E3A-67888607BE38}"/>
    <dgm:cxn modelId="{9944D958-51F1-46AA-8465-79F55D5E27DA}" type="presOf" srcId="{ED22F01D-CCF0-475B-9692-33E5616AAF6D}" destId="{6169C246-7665-4043-9179-F9292AD37072}" srcOrd="0" destOrd="0" presId="urn:microsoft.com/office/officeart/2016/7/layout/RepeatingBendingProcessNew"/>
    <dgm:cxn modelId="{ADCECD87-3F53-4BD6-82DE-73C0EBB960A9}" type="presOf" srcId="{289610A3-F669-4350-A9A4-AC54D61DFEDA}" destId="{B0B363BA-21A0-409B-8F1B-B2C5B74E0C72}" srcOrd="0" destOrd="0" presId="urn:microsoft.com/office/officeart/2016/7/layout/RepeatingBendingProcessNew"/>
    <dgm:cxn modelId="{BCDB5C8D-4BD3-458F-909A-FDDBDA458EC1}" type="presOf" srcId="{699A17CB-228D-4384-B8D2-862F5DEF8FEA}" destId="{7DA648A6-D7DF-4413-BB81-8C5B33CC5EAA}" srcOrd="1" destOrd="0" presId="urn:microsoft.com/office/officeart/2016/7/layout/RepeatingBendingProcessNew"/>
    <dgm:cxn modelId="{EEA44E8E-1FCC-48A6-BDB4-A2F33D7C93C7}" type="presOf" srcId="{9E10ED33-C7D7-4F2E-B5B6-2DE8125CF532}" destId="{76EBED49-0FA4-461A-93B7-38264B59852A}" srcOrd="0" destOrd="0" presId="urn:microsoft.com/office/officeart/2016/7/layout/RepeatingBendingProcessNew"/>
    <dgm:cxn modelId="{08B9DF8E-A98A-4935-8B6B-420EBACB84FE}" type="presOf" srcId="{20504F38-0348-42E5-BB6C-29DEBE8D7204}" destId="{0D275574-669B-46B5-8C56-B76221688D60}" srcOrd="1" destOrd="0" presId="urn:microsoft.com/office/officeart/2016/7/layout/RepeatingBendingProcessNew"/>
    <dgm:cxn modelId="{EEBBAB9D-E323-4118-872E-938C576E3B66}" srcId="{E1DFAAE5-8210-4319-BE36-4188623A3A95}" destId="{7A0DB436-9C7D-4C64-8A84-035F2A51E353}" srcOrd="1" destOrd="0" parTransId="{C3A9E126-9D60-4436-9A56-DA8A33660377}" sibTransId="{20504F38-0348-42E5-BB6C-29DEBE8D7204}"/>
    <dgm:cxn modelId="{FC4C8DA0-76CC-44F9-AACD-543D497D4213}" srcId="{E1DFAAE5-8210-4319-BE36-4188623A3A95}" destId="{ED22F01D-CCF0-475B-9692-33E5616AAF6D}" srcOrd="8" destOrd="0" parTransId="{F0E900D8-B048-4B05-A69F-03CB9D46E32C}" sibTransId="{40753810-E936-47FD-B804-3144CDEEEB55}"/>
    <dgm:cxn modelId="{A11DC6AC-EB56-4807-A67C-D234759D5B24}" type="presOf" srcId="{009AF2D7-FB8E-49B1-AC29-49535EDCF0F6}" destId="{F2108D49-AB79-4382-9394-025B02EBBB61}" srcOrd="0" destOrd="0" presId="urn:microsoft.com/office/officeart/2016/7/layout/RepeatingBendingProcessNew"/>
    <dgm:cxn modelId="{4D9C07AD-BABB-4A2C-AA82-E453E826B36D}" type="presOf" srcId="{7A0DB436-9C7D-4C64-8A84-035F2A51E353}" destId="{E94DED61-1B87-4B28-A7BB-92ECE82A38EF}" srcOrd="0" destOrd="0" presId="urn:microsoft.com/office/officeart/2016/7/layout/RepeatingBendingProcessNew"/>
    <dgm:cxn modelId="{527EF9B7-C6D4-4994-BBDE-3257821CAE44}" type="presOf" srcId="{D413AD20-24AB-4FE4-987E-55A43F2CC7E3}" destId="{E47BAE33-CDD0-4A70-BF42-5399D537B157}" srcOrd="0" destOrd="0" presId="urn:microsoft.com/office/officeart/2016/7/layout/RepeatingBendingProcessNew"/>
    <dgm:cxn modelId="{176D71C8-FD32-49C9-9AC5-B0AF862D0F2E}" type="presOf" srcId="{699A17CB-228D-4384-B8D2-862F5DEF8FEA}" destId="{D6908A79-5D76-4509-B019-5CE31257FBDE}" srcOrd="0" destOrd="0" presId="urn:microsoft.com/office/officeart/2016/7/layout/RepeatingBendingProcessNew"/>
    <dgm:cxn modelId="{423B89D6-B37A-43D2-BB00-80C99F33371C}" type="presOf" srcId="{40753810-E936-47FD-B804-3144CDEEEB55}" destId="{AB9561B2-3E3E-4021-8ABE-5A8B6D78E821}" srcOrd="0" destOrd="0" presId="urn:microsoft.com/office/officeart/2016/7/layout/RepeatingBendingProcessNew"/>
    <dgm:cxn modelId="{0DC9DAD9-81CB-4472-8CFD-F338E70D9976}" type="presOf" srcId="{E9067B8E-701B-4665-BDF3-527DFD8EDF3A}" destId="{4D68C8DB-92DB-4B67-8B07-607AD385A577}" srcOrd="0" destOrd="0" presId="urn:microsoft.com/office/officeart/2016/7/layout/RepeatingBendingProcessNew"/>
    <dgm:cxn modelId="{30FE17DA-582B-4F19-A9E0-5DBC61B77B4E}" type="presOf" srcId="{69F6FF1F-74E6-4AAD-BB69-0752F7734AFF}" destId="{2C658088-5EB1-48A8-ADB3-149F2C1441E2}" srcOrd="0" destOrd="0" presId="urn:microsoft.com/office/officeart/2016/7/layout/RepeatingBendingProcessNew"/>
    <dgm:cxn modelId="{7FEF68DA-76C0-40FC-8E9D-0403E552648D}" type="presOf" srcId="{20504F38-0348-42E5-BB6C-29DEBE8D7204}" destId="{FF669C35-35B4-4D43-851D-0041EB63554B}" srcOrd="0" destOrd="0" presId="urn:microsoft.com/office/officeart/2016/7/layout/RepeatingBendingProcessNew"/>
    <dgm:cxn modelId="{9294AFE5-588B-4A86-BE4D-004AC842D879}" srcId="{E1DFAAE5-8210-4319-BE36-4188623A3A95}" destId="{06456E34-B61E-4F1F-BC1D-32D5FFBF57A7}" srcOrd="9" destOrd="0" parTransId="{ADE2D799-89BD-4C7B-82FC-1876BC5435CC}" sibTransId="{D835ADA4-E249-4943-BEC3-02A954B4B2BB}"/>
    <dgm:cxn modelId="{C7445CED-5845-47B1-AF92-0A776EE3D7E1}" type="presOf" srcId="{E1DFAAE5-8210-4319-BE36-4188623A3A95}" destId="{937B520B-C7DA-4EDA-B526-6066FA93C43A}" srcOrd="0" destOrd="0" presId="urn:microsoft.com/office/officeart/2016/7/layout/RepeatingBendingProcessNew"/>
    <dgm:cxn modelId="{F3CC63F2-80F0-4AAD-A5C8-10A601C3B564}" type="presOf" srcId="{66D14405-3F0C-4A5A-BB87-D43CD6394F75}" destId="{251F6E04-2D33-4647-AB50-BF58317A5018}" srcOrd="0" destOrd="0" presId="urn:microsoft.com/office/officeart/2016/7/layout/RepeatingBendingProcessNew"/>
    <dgm:cxn modelId="{8E6D57F6-2F3E-443C-81E9-6061D168DCD0}" type="presOf" srcId="{289610A3-F669-4350-A9A4-AC54D61DFEDA}" destId="{316A0E1A-819F-4C9D-AA29-E7E416A9FD23}" srcOrd="1" destOrd="0" presId="urn:microsoft.com/office/officeart/2016/7/layout/RepeatingBendingProcessNew"/>
    <dgm:cxn modelId="{DD0700FD-F5B6-4186-B3FC-B19859F3CF26}" type="presOf" srcId="{BE638067-70BB-4794-9E3A-67888607BE38}" destId="{50EBD34E-1394-436A-82A1-4E9EA2CF2A35}" srcOrd="1" destOrd="0" presId="urn:microsoft.com/office/officeart/2016/7/layout/RepeatingBendingProcessNew"/>
    <dgm:cxn modelId="{664F1914-CC72-4AB1-A21F-F33FD3E23E01}" type="presParOf" srcId="{937B520B-C7DA-4EDA-B526-6066FA93C43A}" destId="{836DC060-3FF9-4294-926D-9FAA44268B16}" srcOrd="0" destOrd="0" presId="urn:microsoft.com/office/officeart/2016/7/layout/RepeatingBendingProcessNew"/>
    <dgm:cxn modelId="{510E0CFE-0C37-4BE4-839C-4317F7053E3E}" type="presParOf" srcId="{937B520B-C7DA-4EDA-B526-6066FA93C43A}" destId="{76EBED49-0FA4-461A-93B7-38264B59852A}" srcOrd="1" destOrd="0" presId="urn:microsoft.com/office/officeart/2016/7/layout/RepeatingBendingProcessNew"/>
    <dgm:cxn modelId="{787910EE-6894-4AA3-8C3D-27BDFF57268D}" type="presParOf" srcId="{76EBED49-0FA4-461A-93B7-38264B59852A}" destId="{A282DF54-530F-4336-BF41-5D3B73EC5859}" srcOrd="0" destOrd="0" presId="urn:microsoft.com/office/officeart/2016/7/layout/RepeatingBendingProcessNew"/>
    <dgm:cxn modelId="{63F6432D-EB06-46E4-9E6D-ABD10E1A11ED}" type="presParOf" srcId="{937B520B-C7DA-4EDA-B526-6066FA93C43A}" destId="{E94DED61-1B87-4B28-A7BB-92ECE82A38EF}" srcOrd="2" destOrd="0" presId="urn:microsoft.com/office/officeart/2016/7/layout/RepeatingBendingProcessNew"/>
    <dgm:cxn modelId="{BAC02A5E-E4C8-4B91-A6F6-253AB14E2FFD}" type="presParOf" srcId="{937B520B-C7DA-4EDA-B526-6066FA93C43A}" destId="{FF669C35-35B4-4D43-851D-0041EB63554B}" srcOrd="3" destOrd="0" presId="urn:microsoft.com/office/officeart/2016/7/layout/RepeatingBendingProcessNew"/>
    <dgm:cxn modelId="{E1D0A0ED-93A8-455F-97CA-858A282A4FE6}" type="presParOf" srcId="{FF669C35-35B4-4D43-851D-0041EB63554B}" destId="{0D275574-669B-46B5-8C56-B76221688D60}" srcOrd="0" destOrd="0" presId="urn:microsoft.com/office/officeart/2016/7/layout/RepeatingBendingProcessNew"/>
    <dgm:cxn modelId="{69F81AED-307D-46B9-B100-F4145F466120}" type="presParOf" srcId="{937B520B-C7DA-4EDA-B526-6066FA93C43A}" destId="{F2108D49-AB79-4382-9394-025B02EBBB61}" srcOrd="4" destOrd="0" presId="urn:microsoft.com/office/officeart/2016/7/layout/RepeatingBendingProcessNew"/>
    <dgm:cxn modelId="{F738CEBB-864A-4727-97A0-2BD4C1D2AA74}" type="presParOf" srcId="{937B520B-C7DA-4EDA-B526-6066FA93C43A}" destId="{B0B363BA-21A0-409B-8F1B-B2C5B74E0C72}" srcOrd="5" destOrd="0" presId="urn:microsoft.com/office/officeart/2016/7/layout/RepeatingBendingProcessNew"/>
    <dgm:cxn modelId="{42D781A0-827A-422A-A3B0-0EAAC3397F44}" type="presParOf" srcId="{B0B363BA-21A0-409B-8F1B-B2C5B74E0C72}" destId="{316A0E1A-819F-4C9D-AA29-E7E416A9FD23}" srcOrd="0" destOrd="0" presId="urn:microsoft.com/office/officeart/2016/7/layout/RepeatingBendingProcessNew"/>
    <dgm:cxn modelId="{E71CCF6D-D489-40A4-BA13-2F3BA043CAAB}" type="presParOf" srcId="{937B520B-C7DA-4EDA-B526-6066FA93C43A}" destId="{2C658088-5EB1-48A8-ADB3-149F2C1441E2}" srcOrd="6" destOrd="0" presId="urn:microsoft.com/office/officeart/2016/7/layout/RepeatingBendingProcessNew"/>
    <dgm:cxn modelId="{DF044793-E0E6-4EC8-A6D8-020E66CE549F}" type="presParOf" srcId="{937B520B-C7DA-4EDA-B526-6066FA93C43A}" destId="{251F6E04-2D33-4647-AB50-BF58317A5018}" srcOrd="7" destOrd="0" presId="urn:microsoft.com/office/officeart/2016/7/layout/RepeatingBendingProcessNew"/>
    <dgm:cxn modelId="{F1D0BE4E-92FB-45B9-807B-6AF49195C936}" type="presParOf" srcId="{251F6E04-2D33-4647-AB50-BF58317A5018}" destId="{D21396D3-9025-4619-8566-B0F80C0C063A}" srcOrd="0" destOrd="0" presId="urn:microsoft.com/office/officeart/2016/7/layout/RepeatingBendingProcessNew"/>
    <dgm:cxn modelId="{B643702B-9319-420B-AA13-85FB68150819}" type="presParOf" srcId="{937B520B-C7DA-4EDA-B526-6066FA93C43A}" destId="{89B53498-B325-48B5-9A45-948D8F7FB854}" srcOrd="8" destOrd="0" presId="urn:microsoft.com/office/officeart/2016/7/layout/RepeatingBendingProcessNew"/>
    <dgm:cxn modelId="{DC6A2CF4-A123-4259-84E1-56CD8CE7EA4D}" type="presParOf" srcId="{937B520B-C7DA-4EDA-B526-6066FA93C43A}" destId="{4D68C8DB-92DB-4B67-8B07-607AD385A577}" srcOrd="9" destOrd="0" presId="urn:microsoft.com/office/officeart/2016/7/layout/RepeatingBendingProcessNew"/>
    <dgm:cxn modelId="{F9D4A12F-32ED-4182-80CF-0A6916290BA0}" type="presParOf" srcId="{4D68C8DB-92DB-4B67-8B07-607AD385A577}" destId="{C723E102-9706-4C4E-8962-AB5E53E6A654}" srcOrd="0" destOrd="0" presId="urn:microsoft.com/office/officeart/2016/7/layout/RepeatingBendingProcessNew"/>
    <dgm:cxn modelId="{02568112-0BE0-4692-B828-C4C4EAF54CD1}" type="presParOf" srcId="{937B520B-C7DA-4EDA-B526-6066FA93C43A}" destId="{E47BAE33-CDD0-4A70-BF42-5399D537B157}" srcOrd="10" destOrd="0" presId="urn:microsoft.com/office/officeart/2016/7/layout/RepeatingBendingProcessNew"/>
    <dgm:cxn modelId="{6D83C2F8-6BA1-4210-B780-088A16FD926F}" type="presParOf" srcId="{937B520B-C7DA-4EDA-B526-6066FA93C43A}" destId="{61604929-8618-499D-AC36-3DE47182DA46}" srcOrd="11" destOrd="0" presId="urn:microsoft.com/office/officeart/2016/7/layout/RepeatingBendingProcessNew"/>
    <dgm:cxn modelId="{5372BD0B-07EF-4CB0-8212-258DCF915117}" type="presParOf" srcId="{61604929-8618-499D-AC36-3DE47182DA46}" destId="{50EBD34E-1394-436A-82A1-4E9EA2CF2A35}" srcOrd="0" destOrd="0" presId="urn:microsoft.com/office/officeart/2016/7/layout/RepeatingBendingProcessNew"/>
    <dgm:cxn modelId="{97ACC5C0-173C-49C8-BDE8-3282093C1F7A}" type="presParOf" srcId="{937B520B-C7DA-4EDA-B526-6066FA93C43A}" destId="{6CCE24AD-8E47-45DC-8B02-1BB30D94E177}" srcOrd="12" destOrd="0" presId="urn:microsoft.com/office/officeart/2016/7/layout/RepeatingBendingProcessNew"/>
    <dgm:cxn modelId="{3B1BB322-0DEA-4470-A212-59DF5AB5A256}" type="presParOf" srcId="{937B520B-C7DA-4EDA-B526-6066FA93C43A}" destId="{F3E5283E-2CA4-470F-92F4-D46059D8E15C}" srcOrd="13" destOrd="0" presId="urn:microsoft.com/office/officeart/2016/7/layout/RepeatingBendingProcessNew"/>
    <dgm:cxn modelId="{A3AB70B4-AC14-4009-A930-D607A882309B}" type="presParOf" srcId="{F3E5283E-2CA4-470F-92F4-D46059D8E15C}" destId="{E0664075-F653-4FC7-A322-4354077FA6CE}" srcOrd="0" destOrd="0" presId="urn:microsoft.com/office/officeart/2016/7/layout/RepeatingBendingProcessNew"/>
    <dgm:cxn modelId="{B04FE73A-5EF7-436C-B839-ABDFF930A982}" type="presParOf" srcId="{937B520B-C7DA-4EDA-B526-6066FA93C43A}" destId="{D7B7EDC0-3ABD-4B0F-A899-E914B044939A}" srcOrd="14" destOrd="0" presId="urn:microsoft.com/office/officeart/2016/7/layout/RepeatingBendingProcessNew"/>
    <dgm:cxn modelId="{5E74B56C-44DD-48F6-B4AF-A3FF7E6C309A}" type="presParOf" srcId="{937B520B-C7DA-4EDA-B526-6066FA93C43A}" destId="{D6908A79-5D76-4509-B019-5CE31257FBDE}" srcOrd="15" destOrd="0" presId="urn:microsoft.com/office/officeart/2016/7/layout/RepeatingBendingProcessNew"/>
    <dgm:cxn modelId="{EC48160F-411D-4517-A283-7547026CDE66}" type="presParOf" srcId="{D6908A79-5D76-4509-B019-5CE31257FBDE}" destId="{7DA648A6-D7DF-4413-BB81-8C5B33CC5EAA}" srcOrd="0" destOrd="0" presId="urn:microsoft.com/office/officeart/2016/7/layout/RepeatingBendingProcessNew"/>
    <dgm:cxn modelId="{F5833F64-1B83-400E-A3AE-6DB79E3A5DAC}" type="presParOf" srcId="{937B520B-C7DA-4EDA-B526-6066FA93C43A}" destId="{6169C246-7665-4043-9179-F9292AD37072}" srcOrd="16" destOrd="0" presId="urn:microsoft.com/office/officeart/2016/7/layout/RepeatingBendingProcessNew"/>
    <dgm:cxn modelId="{F0FD992A-6141-4A96-B54D-B839917553E6}" type="presParOf" srcId="{937B520B-C7DA-4EDA-B526-6066FA93C43A}" destId="{AB9561B2-3E3E-4021-8ABE-5A8B6D78E821}" srcOrd="17" destOrd="0" presId="urn:microsoft.com/office/officeart/2016/7/layout/RepeatingBendingProcessNew"/>
    <dgm:cxn modelId="{C1FE5578-5908-48DA-BDED-DE0DDA012AC0}" type="presParOf" srcId="{AB9561B2-3E3E-4021-8ABE-5A8B6D78E821}" destId="{28D927C4-85F1-4874-9C52-DCC1AE3398D8}" srcOrd="0" destOrd="0" presId="urn:microsoft.com/office/officeart/2016/7/layout/RepeatingBendingProcessNew"/>
    <dgm:cxn modelId="{3276BC12-B714-4F3A-B1C3-770E1E782B0D}" type="presParOf" srcId="{937B520B-C7DA-4EDA-B526-6066FA93C43A}" destId="{ECA150D1-49B7-4F69-93B4-EEC597FEDBAA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6AFEEE-0440-4994-901E-22950F86BF8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E3033D-B407-42A2-AF47-D9BE601B2BB1}">
      <dgm:prSet/>
      <dgm:spPr/>
      <dgm:t>
        <a:bodyPr/>
        <a:lstStyle/>
        <a:p>
          <a:r>
            <a:rPr lang="ro-RO" b="0" i="0" baseline="0"/>
            <a:t>Prețuri istorice acțiuni</a:t>
          </a:r>
          <a:endParaRPr lang="en-US"/>
        </a:p>
      </dgm:t>
    </dgm:pt>
    <dgm:pt modelId="{9F64D8D4-0619-4B54-9226-3F1B862D43E8}" type="parTrans" cxnId="{9DEAE361-8FF6-4C97-8D04-55BE36832A66}">
      <dgm:prSet/>
      <dgm:spPr/>
      <dgm:t>
        <a:bodyPr/>
        <a:lstStyle/>
        <a:p>
          <a:endParaRPr lang="en-US"/>
        </a:p>
      </dgm:t>
    </dgm:pt>
    <dgm:pt modelId="{F03F8834-7CD8-43DD-81BC-D23427B94FE2}" type="sibTrans" cxnId="{9DEAE361-8FF6-4C97-8D04-55BE36832A66}">
      <dgm:prSet/>
      <dgm:spPr/>
      <dgm:t>
        <a:bodyPr/>
        <a:lstStyle/>
        <a:p>
          <a:endParaRPr lang="en-US"/>
        </a:p>
      </dgm:t>
    </dgm:pt>
    <dgm:pt modelId="{C34295BA-23E7-4039-A828-4AFFD2D1B191}">
      <dgm:prSet/>
      <dgm:spPr/>
      <dgm:t>
        <a:bodyPr/>
        <a:lstStyle/>
        <a:p>
          <a:r>
            <a:rPr lang="ro-RO" b="0" i="0" baseline="0"/>
            <a:t>Volume tranzacționare</a:t>
          </a:r>
          <a:endParaRPr lang="en-US"/>
        </a:p>
      </dgm:t>
    </dgm:pt>
    <dgm:pt modelId="{D3FF87FE-AB5B-41A9-9248-2622E8365D5D}" type="parTrans" cxnId="{CED50199-F2DD-4521-A1BE-D27A02A14871}">
      <dgm:prSet/>
      <dgm:spPr/>
      <dgm:t>
        <a:bodyPr/>
        <a:lstStyle/>
        <a:p>
          <a:endParaRPr lang="en-US"/>
        </a:p>
      </dgm:t>
    </dgm:pt>
    <dgm:pt modelId="{4FC4A938-C163-4AF9-B1BD-F49EE037865A}" type="sibTrans" cxnId="{CED50199-F2DD-4521-A1BE-D27A02A14871}">
      <dgm:prSet/>
      <dgm:spPr/>
      <dgm:t>
        <a:bodyPr/>
        <a:lstStyle/>
        <a:p>
          <a:endParaRPr lang="en-US"/>
        </a:p>
      </dgm:t>
    </dgm:pt>
    <dgm:pt modelId="{304E3950-21D6-4546-B269-6D6173FB2FAA}">
      <dgm:prSet/>
      <dgm:spPr/>
      <dgm:t>
        <a:bodyPr/>
        <a:lstStyle/>
        <a:p>
          <a:r>
            <a:rPr lang="ro-RO" b="0" i="0" baseline="0"/>
            <a:t>Știri financiare relevante</a:t>
          </a:r>
          <a:endParaRPr lang="en-US"/>
        </a:p>
      </dgm:t>
    </dgm:pt>
    <dgm:pt modelId="{95F8ABF5-5D0A-4899-AE98-A003F28B4D40}" type="parTrans" cxnId="{B2E57D97-AAB3-4AEC-8070-98547BF7ECA6}">
      <dgm:prSet/>
      <dgm:spPr/>
      <dgm:t>
        <a:bodyPr/>
        <a:lstStyle/>
        <a:p>
          <a:endParaRPr lang="en-US"/>
        </a:p>
      </dgm:t>
    </dgm:pt>
    <dgm:pt modelId="{496537CF-9882-41E2-ADB6-4C2F34779666}" type="sibTrans" cxnId="{B2E57D97-AAB3-4AEC-8070-98547BF7ECA6}">
      <dgm:prSet/>
      <dgm:spPr/>
      <dgm:t>
        <a:bodyPr/>
        <a:lstStyle/>
        <a:p>
          <a:endParaRPr lang="en-US"/>
        </a:p>
      </dgm:t>
    </dgm:pt>
    <dgm:pt modelId="{C1F2E8BB-6D09-4111-AFED-3BDA492AA01F}">
      <dgm:prSet/>
      <dgm:spPr/>
      <dgm:t>
        <a:bodyPr/>
        <a:lstStyle/>
        <a:p>
          <a:r>
            <a:rPr lang="ro-RO" b="0" i="0" baseline="0"/>
            <a:t>Ratinguri analiști</a:t>
          </a:r>
          <a:endParaRPr lang="en-US"/>
        </a:p>
      </dgm:t>
    </dgm:pt>
    <dgm:pt modelId="{E46971AA-EA25-4F6B-BD1A-DF27E4D061E7}" type="parTrans" cxnId="{089C917C-114A-4BC7-B245-BB1171668A9C}">
      <dgm:prSet/>
      <dgm:spPr/>
      <dgm:t>
        <a:bodyPr/>
        <a:lstStyle/>
        <a:p>
          <a:endParaRPr lang="en-US"/>
        </a:p>
      </dgm:t>
    </dgm:pt>
    <dgm:pt modelId="{7993193A-B4AE-4C32-8D9B-8F8ED76350C3}" type="sibTrans" cxnId="{089C917C-114A-4BC7-B245-BB1171668A9C}">
      <dgm:prSet/>
      <dgm:spPr/>
      <dgm:t>
        <a:bodyPr/>
        <a:lstStyle/>
        <a:p>
          <a:endParaRPr lang="en-US"/>
        </a:p>
      </dgm:t>
    </dgm:pt>
    <dgm:pt modelId="{EFA86A23-6F1B-4CF9-BC06-2A271601B03E}">
      <dgm:prSet/>
      <dgm:spPr/>
      <dgm:t>
        <a:bodyPr/>
        <a:lstStyle/>
        <a:p>
          <a:r>
            <a:rPr lang="ro-RO" b="0" i="0" baseline="0"/>
            <a:t>Postări social media</a:t>
          </a:r>
          <a:endParaRPr lang="en-US"/>
        </a:p>
      </dgm:t>
    </dgm:pt>
    <dgm:pt modelId="{CCA0BE77-1DCE-4A3D-B398-28824A100D56}" type="parTrans" cxnId="{C181E9EA-8299-4AB7-876C-94F0EDC06564}">
      <dgm:prSet/>
      <dgm:spPr/>
      <dgm:t>
        <a:bodyPr/>
        <a:lstStyle/>
        <a:p>
          <a:endParaRPr lang="en-US"/>
        </a:p>
      </dgm:t>
    </dgm:pt>
    <dgm:pt modelId="{AE8021F1-302D-488D-AC0A-4D630F6E487F}" type="sibTrans" cxnId="{C181E9EA-8299-4AB7-876C-94F0EDC06564}">
      <dgm:prSet/>
      <dgm:spPr/>
      <dgm:t>
        <a:bodyPr/>
        <a:lstStyle/>
        <a:p>
          <a:endParaRPr lang="en-US"/>
        </a:p>
      </dgm:t>
    </dgm:pt>
    <dgm:pt modelId="{98CD28E2-2CEF-4699-8D3D-4E3650E2CE0E}" type="pres">
      <dgm:prSet presAssocID="{B06AFEEE-0440-4994-901E-22950F86BF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74D6B3-B46F-4D23-87E9-B80B6C522670}" type="pres">
      <dgm:prSet presAssocID="{8AE3033D-B407-42A2-AF47-D9BE601B2BB1}" presName="hierRoot1" presStyleCnt="0"/>
      <dgm:spPr/>
    </dgm:pt>
    <dgm:pt modelId="{461B7960-B0C7-49BD-8A1F-FF8BE7DC3C12}" type="pres">
      <dgm:prSet presAssocID="{8AE3033D-B407-42A2-AF47-D9BE601B2BB1}" presName="composite" presStyleCnt="0"/>
      <dgm:spPr/>
    </dgm:pt>
    <dgm:pt modelId="{C449C0AE-D927-410C-9822-4279D73EDCC0}" type="pres">
      <dgm:prSet presAssocID="{8AE3033D-B407-42A2-AF47-D9BE601B2BB1}" presName="background" presStyleLbl="node0" presStyleIdx="0" presStyleCnt="5"/>
      <dgm:spPr/>
    </dgm:pt>
    <dgm:pt modelId="{56F59477-B5B5-4FE6-ADBB-F3D2172C250B}" type="pres">
      <dgm:prSet presAssocID="{8AE3033D-B407-42A2-AF47-D9BE601B2BB1}" presName="text" presStyleLbl="fgAcc0" presStyleIdx="0" presStyleCnt="5">
        <dgm:presLayoutVars>
          <dgm:chPref val="3"/>
        </dgm:presLayoutVars>
      </dgm:prSet>
      <dgm:spPr/>
    </dgm:pt>
    <dgm:pt modelId="{40462391-DD2B-49E7-AD96-EECB7D04A823}" type="pres">
      <dgm:prSet presAssocID="{8AE3033D-B407-42A2-AF47-D9BE601B2BB1}" presName="hierChild2" presStyleCnt="0"/>
      <dgm:spPr/>
    </dgm:pt>
    <dgm:pt modelId="{63A5B323-3D0B-4B60-95F5-8B295200E159}" type="pres">
      <dgm:prSet presAssocID="{C34295BA-23E7-4039-A828-4AFFD2D1B191}" presName="hierRoot1" presStyleCnt="0"/>
      <dgm:spPr/>
    </dgm:pt>
    <dgm:pt modelId="{CD5A9274-3EF6-4428-BDCB-482D7DC980B3}" type="pres">
      <dgm:prSet presAssocID="{C34295BA-23E7-4039-A828-4AFFD2D1B191}" presName="composite" presStyleCnt="0"/>
      <dgm:spPr/>
    </dgm:pt>
    <dgm:pt modelId="{93620285-6A72-419F-9496-E4A6AADCCDFE}" type="pres">
      <dgm:prSet presAssocID="{C34295BA-23E7-4039-A828-4AFFD2D1B191}" presName="background" presStyleLbl="node0" presStyleIdx="1" presStyleCnt="5"/>
      <dgm:spPr/>
    </dgm:pt>
    <dgm:pt modelId="{4D5FB4E5-DA8D-447C-85DF-243C52598EBC}" type="pres">
      <dgm:prSet presAssocID="{C34295BA-23E7-4039-A828-4AFFD2D1B191}" presName="text" presStyleLbl="fgAcc0" presStyleIdx="1" presStyleCnt="5">
        <dgm:presLayoutVars>
          <dgm:chPref val="3"/>
        </dgm:presLayoutVars>
      </dgm:prSet>
      <dgm:spPr/>
    </dgm:pt>
    <dgm:pt modelId="{7A0E3C34-56A6-4033-A76B-E848635F05BD}" type="pres">
      <dgm:prSet presAssocID="{C34295BA-23E7-4039-A828-4AFFD2D1B191}" presName="hierChild2" presStyleCnt="0"/>
      <dgm:spPr/>
    </dgm:pt>
    <dgm:pt modelId="{62DF5313-627E-4692-9CC3-FACAAD9C9BEF}" type="pres">
      <dgm:prSet presAssocID="{304E3950-21D6-4546-B269-6D6173FB2FAA}" presName="hierRoot1" presStyleCnt="0"/>
      <dgm:spPr/>
    </dgm:pt>
    <dgm:pt modelId="{1A78D499-7443-48CC-82AF-B6AAC8057549}" type="pres">
      <dgm:prSet presAssocID="{304E3950-21D6-4546-B269-6D6173FB2FAA}" presName="composite" presStyleCnt="0"/>
      <dgm:spPr/>
    </dgm:pt>
    <dgm:pt modelId="{DEB2B968-1770-4849-8251-8E295FF940D9}" type="pres">
      <dgm:prSet presAssocID="{304E3950-21D6-4546-B269-6D6173FB2FAA}" presName="background" presStyleLbl="node0" presStyleIdx="2" presStyleCnt="5"/>
      <dgm:spPr/>
    </dgm:pt>
    <dgm:pt modelId="{DCE32D83-F838-4B47-8F0F-DCED095CDECA}" type="pres">
      <dgm:prSet presAssocID="{304E3950-21D6-4546-B269-6D6173FB2FAA}" presName="text" presStyleLbl="fgAcc0" presStyleIdx="2" presStyleCnt="5">
        <dgm:presLayoutVars>
          <dgm:chPref val="3"/>
        </dgm:presLayoutVars>
      </dgm:prSet>
      <dgm:spPr/>
    </dgm:pt>
    <dgm:pt modelId="{F4D485ED-EB0C-4C3F-892A-ADB60D586EA4}" type="pres">
      <dgm:prSet presAssocID="{304E3950-21D6-4546-B269-6D6173FB2FAA}" presName="hierChild2" presStyleCnt="0"/>
      <dgm:spPr/>
    </dgm:pt>
    <dgm:pt modelId="{5CCD11DB-5A01-479F-9E4F-5059F6F02701}" type="pres">
      <dgm:prSet presAssocID="{C1F2E8BB-6D09-4111-AFED-3BDA492AA01F}" presName="hierRoot1" presStyleCnt="0"/>
      <dgm:spPr/>
    </dgm:pt>
    <dgm:pt modelId="{358ED0D6-0289-427E-8464-295C842C1F37}" type="pres">
      <dgm:prSet presAssocID="{C1F2E8BB-6D09-4111-AFED-3BDA492AA01F}" presName="composite" presStyleCnt="0"/>
      <dgm:spPr/>
    </dgm:pt>
    <dgm:pt modelId="{D9FA7877-852D-4F75-B5B6-D0E27E0A9032}" type="pres">
      <dgm:prSet presAssocID="{C1F2E8BB-6D09-4111-AFED-3BDA492AA01F}" presName="background" presStyleLbl="node0" presStyleIdx="3" presStyleCnt="5"/>
      <dgm:spPr/>
    </dgm:pt>
    <dgm:pt modelId="{AD5403DB-35E1-4D02-ACBB-4222266C95CE}" type="pres">
      <dgm:prSet presAssocID="{C1F2E8BB-6D09-4111-AFED-3BDA492AA01F}" presName="text" presStyleLbl="fgAcc0" presStyleIdx="3" presStyleCnt="5">
        <dgm:presLayoutVars>
          <dgm:chPref val="3"/>
        </dgm:presLayoutVars>
      </dgm:prSet>
      <dgm:spPr/>
    </dgm:pt>
    <dgm:pt modelId="{303F910D-1B7B-4C31-9DA9-CBC96E915B1C}" type="pres">
      <dgm:prSet presAssocID="{C1F2E8BB-6D09-4111-AFED-3BDA492AA01F}" presName="hierChild2" presStyleCnt="0"/>
      <dgm:spPr/>
    </dgm:pt>
    <dgm:pt modelId="{90426BB5-710F-4281-B9A0-77867A4DDF63}" type="pres">
      <dgm:prSet presAssocID="{EFA86A23-6F1B-4CF9-BC06-2A271601B03E}" presName="hierRoot1" presStyleCnt="0"/>
      <dgm:spPr/>
    </dgm:pt>
    <dgm:pt modelId="{C4D724BD-BDC1-4A82-8F0C-B76994D327D2}" type="pres">
      <dgm:prSet presAssocID="{EFA86A23-6F1B-4CF9-BC06-2A271601B03E}" presName="composite" presStyleCnt="0"/>
      <dgm:spPr/>
    </dgm:pt>
    <dgm:pt modelId="{D3D1F14D-A4C0-4A2A-B6DC-FA798710A4F4}" type="pres">
      <dgm:prSet presAssocID="{EFA86A23-6F1B-4CF9-BC06-2A271601B03E}" presName="background" presStyleLbl="node0" presStyleIdx="4" presStyleCnt="5"/>
      <dgm:spPr/>
    </dgm:pt>
    <dgm:pt modelId="{7558C78B-3ED7-4765-A574-31DF1C89FAE7}" type="pres">
      <dgm:prSet presAssocID="{EFA86A23-6F1B-4CF9-BC06-2A271601B03E}" presName="text" presStyleLbl="fgAcc0" presStyleIdx="4" presStyleCnt="5">
        <dgm:presLayoutVars>
          <dgm:chPref val="3"/>
        </dgm:presLayoutVars>
      </dgm:prSet>
      <dgm:spPr/>
    </dgm:pt>
    <dgm:pt modelId="{EC379436-6B44-4120-89EF-BE8D0E6568B3}" type="pres">
      <dgm:prSet presAssocID="{EFA86A23-6F1B-4CF9-BC06-2A271601B03E}" presName="hierChild2" presStyleCnt="0"/>
      <dgm:spPr/>
    </dgm:pt>
  </dgm:ptLst>
  <dgm:cxnLst>
    <dgm:cxn modelId="{9DEAE361-8FF6-4C97-8D04-55BE36832A66}" srcId="{B06AFEEE-0440-4994-901E-22950F86BF8B}" destId="{8AE3033D-B407-42A2-AF47-D9BE601B2BB1}" srcOrd="0" destOrd="0" parTransId="{9F64D8D4-0619-4B54-9226-3F1B862D43E8}" sibTransId="{F03F8834-7CD8-43DD-81BC-D23427B94FE2}"/>
    <dgm:cxn modelId="{96B04E6E-3F61-4E3D-8BBC-1F67F69CA989}" type="presOf" srcId="{C1F2E8BB-6D09-4111-AFED-3BDA492AA01F}" destId="{AD5403DB-35E1-4D02-ACBB-4222266C95CE}" srcOrd="0" destOrd="0" presId="urn:microsoft.com/office/officeart/2005/8/layout/hierarchy1"/>
    <dgm:cxn modelId="{089C917C-114A-4BC7-B245-BB1171668A9C}" srcId="{B06AFEEE-0440-4994-901E-22950F86BF8B}" destId="{C1F2E8BB-6D09-4111-AFED-3BDA492AA01F}" srcOrd="3" destOrd="0" parTransId="{E46971AA-EA25-4F6B-BD1A-DF27E4D061E7}" sibTransId="{7993193A-B4AE-4C32-8D9B-8F8ED76350C3}"/>
    <dgm:cxn modelId="{6078F380-FDE4-400A-83A2-BBE46CC8C79A}" type="presOf" srcId="{B06AFEEE-0440-4994-901E-22950F86BF8B}" destId="{98CD28E2-2CEF-4699-8D3D-4E3650E2CE0E}" srcOrd="0" destOrd="0" presId="urn:microsoft.com/office/officeart/2005/8/layout/hierarchy1"/>
    <dgm:cxn modelId="{B2E57D97-AAB3-4AEC-8070-98547BF7ECA6}" srcId="{B06AFEEE-0440-4994-901E-22950F86BF8B}" destId="{304E3950-21D6-4546-B269-6D6173FB2FAA}" srcOrd="2" destOrd="0" parTransId="{95F8ABF5-5D0A-4899-AE98-A003F28B4D40}" sibTransId="{496537CF-9882-41E2-ADB6-4C2F34779666}"/>
    <dgm:cxn modelId="{CED50199-F2DD-4521-A1BE-D27A02A14871}" srcId="{B06AFEEE-0440-4994-901E-22950F86BF8B}" destId="{C34295BA-23E7-4039-A828-4AFFD2D1B191}" srcOrd="1" destOrd="0" parTransId="{D3FF87FE-AB5B-41A9-9248-2622E8365D5D}" sibTransId="{4FC4A938-C163-4AF9-B1BD-F49EE037865A}"/>
    <dgm:cxn modelId="{A8BA51AD-E709-408E-BD0F-9E8EC2319347}" type="presOf" srcId="{304E3950-21D6-4546-B269-6D6173FB2FAA}" destId="{DCE32D83-F838-4B47-8F0F-DCED095CDECA}" srcOrd="0" destOrd="0" presId="urn:microsoft.com/office/officeart/2005/8/layout/hierarchy1"/>
    <dgm:cxn modelId="{3FEEA1BD-0DD3-4344-8F2E-A2AE67F3435C}" type="presOf" srcId="{8AE3033D-B407-42A2-AF47-D9BE601B2BB1}" destId="{56F59477-B5B5-4FE6-ADBB-F3D2172C250B}" srcOrd="0" destOrd="0" presId="urn:microsoft.com/office/officeart/2005/8/layout/hierarchy1"/>
    <dgm:cxn modelId="{2C8A02BF-652F-465B-835A-A38159E5728C}" type="presOf" srcId="{EFA86A23-6F1B-4CF9-BC06-2A271601B03E}" destId="{7558C78B-3ED7-4765-A574-31DF1C89FAE7}" srcOrd="0" destOrd="0" presId="urn:microsoft.com/office/officeart/2005/8/layout/hierarchy1"/>
    <dgm:cxn modelId="{0D8AB4D1-766C-4E1F-9460-799582493346}" type="presOf" srcId="{C34295BA-23E7-4039-A828-4AFFD2D1B191}" destId="{4D5FB4E5-DA8D-447C-85DF-243C52598EBC}" srcOrd="0" destOrd="0" presId="urn:microsoft.com/office/officeart/2005/8/layout/hierarchy1"/>
    <dgm:cxn modelId="{C181E9EA-8299-4AB7-876C-94F0EDC06564}" srcId="{B06AFEEE-0440-4994-901E-22950F86BF8B}" destId="{EFA86A23-6F1B-4CF9-BC06-2A271601B03E}" srcOrd="4" destOrd="0" parTransId="{CCA0BE77-1DCE-4A3D-B398-28824A100D56}" sibTransId="{AE8021F1-302D-488D-AC0A-4D630F6E487F}"/>
    <dgm:cxn modelId="{DF615E4E-C7DC-4B35-A1FB-F75975B07FEC}" type="presParOf" srcId="{98CD28E2-2CEF-4699-8D3D-4E3650E2CE0E}" destId="{DC74D6B3-B46F-4D23-87E9-B80B6C522670}" srcOrd="0" destOrd="0" presId="urn:microsoft.com/office/officeart/2005/8/layout/hierarchy1"/>
    <dgm:cxn modelId="{F1CD3C4F-E7E0-43AB-BE85-7E97308DBE23}" type="presParOf" srcId="{DC74D6B3-B46F-4D23-87E9-B80B6C522670}" destId="{461B7960-B0C7-49BD-8A1F-FF8BE7DC3C12}" srcOrd="0" destOrd="0" presId="urn:microsoft.com/office/officeart/2005/8/layout/hierarchy1"/>
    <dgm:cxn modelId="{8B0FD566-9949-4D44-87AA-C3227F4372BA}" type="presParOf" srcId="{461B7960-B0C7-49BD-8A1F-FF8BE7DC3C12}" destId="{C449C0AE-D927-410C-9822-4279D73EDCC0}" srcOrd="0" destOrd="0" presId="urn:microsoft.com/office/officeart/2005/8/layout/hierarchy1"/>
    <dgm:cxn modelId="{8BCCAA97-9C94-473D-92A3-3750CFBE3B5B}" type="presParOf" srcId="{461B7960-B0C7-49BD-8A1F-FF8BE7DC3C12}" destId="{56F59477-B5B5-4FE6-ADBB-F3D2172C250B}" srcOrd="1" destOrd="0" presId="urn:microsoft.com/office/officeart/2005/8/layout/hierarchy1"/>
    <dgm:cxn modelId="{89FD4058-5D37-4233-8D72-B5B41D260E85}" type="presParOf" srcId="{DC74D6B3-B46F-4D23-87E9-B80B6C522670}" destId="{40462391-DD2B-49E7-AD96-EECB7D04A823}" srcOrd="1" destOrd="0" presId="urn:microsoft.com/office/officeart/2005/8/layout/hierarchy1"/>
    <dgm:cxn modelId="{C48FF02A-AC51-490A-A929-FE943055E76E}" type="presParOf" srcId="{98CD28E2-2CEF-4699-8D3D-4E3650E2CE0E}" destId="{63A5B323-3D0B-4B60-95F5-8B295200E159}" srcOrd="1" destOrd="0" presId="urn:microsoft.com/office/officeart/2005/8/layout/hierarchy1"/>
    <dgm:cxn modelId="{32C16421-02FF-46A2-8BC4-14C1BF92CADA}" type="presParOf" srcId="{63A5B323-3D0B-4B60-95F5-8B295200E159}" destId="{CD5A9274-3EF6-4428-BDCB-482D7DC980B3}" srcOrd="0" destOrd="0" presId="urn:microsoft.com/office/officeart/2005/8/layout/hierarchy1"/>
    <dgm:cxn modelId="{7D583AC4-4828-4530-8C48-62730B4D9FD8}" type="presParOf" srcId="{CD5A9274-3EF6-4428-BDCB-482D7DC980B3}" destId="{93620285-6A72-419F-9496-E4A6AADCCDFE}" srcOrd="0" destOrd="0" presId="urn:microsoft.com/office/officeart/2005/8/layout/hierarchy1"/>
    <dgm:cxn modelId="{A0E55A6C-CB72-4083-85FB-E6DB6C209891}" type="presParOf" srcId="{CD5A9274-3EF6-4428-BDCB-482D7DC980B3}" destId="{4D5FB4E5-DA8D-447C-85DF-243C52598EBC}" srcOrd="1" destOrd="0" presId="urn:microsoft.com/office/officeart/2005/8/layout/hierarchy1"/>
    <dgm:cxn modelId="{E6E10A79-0A5A-4E33-A614-71ADC64EC832}" type="presParOf" srcId="{63A5B323-3D0B-4B60-95F5-8B295200E159}" destId="{7A0E3C34-56A6-4033-A76B-E848635F05BD}" srcOrd="1" destOrd="0" presId="urn:microsoft.com/office/officeart/2005/8/layout/hierarchy1"/>
    <dgm:cxn modelId="{4483CA4C-1C45-4FE0-A945-1A3EF389D86B}" type="presParOf" srcId="{98CD28E2-2CEF-4699-8D3D-4E3650E2CE0E}" destId="{62DF5313-627E-4692-9CC3-FACAAD9C9BEF}" srcOrd="2" destOrd="0" presId="urn:microsoft.com/office/officeart/2005/8/layout/hierarchy1"/>
    <dgm:cxn modelId="{AFE8B642-0F7D-4350-B8A0-3A8CAE37620B}" type="presParOf" srcId="{62DF5313-627E-4692-9CC3-FACAAD9C9BEF}" destId="{1A78D499-7443-48CC-82AF-B6AAC8057549}" srcOrd="0" destOrd="0" presId="urn:microsoft.com/office/officeart/2005/8/layout/hierarchy1"/>
    <dgm:cxn modelId="{22EB2040-21DF-4C5F-8C1E-1872ED529DE7}" type="presParOf" srcId="{1A78D499-7443-48CC-82AF-B6AAC8057549}" destId="{DEB2B968-1770-4849-8251-8E295FF940D9}" srcOrd="0" destOrd="0" presId="urn:microsoft.com/office/officeart/2005/8/layout/hierarchy1"/>
    <dgm:cxn modelId="{3957FE91-E80F-4DAC-8D59-7D4474F2FD43}" type="presParOf" srcId="{1A78D499-7443-48CC-82AF-B6AAC8057549}" destId="{DCE32D83-F838-4B47-8F0F-DCED095CDECA}" srcOrd="1" destOrd="0" presId="urn:microsoft.com/office/officeart/2005/8/layout/hierarchy1"/>
    <dgm:cxn modelId="{94775478-CB78-4BBE-A293-D85744D13678}" type="presParOf" srcId="{62DF5313-627E-4692-9CC3-FACAAD9C9BEF}" destId="{F4D485ED-EB0C-4C3F-892A-ADB60D586EA4}" srcOrd="1" destOrd="0" presId="urn:microsoft.com/office/officeart/2005/8/layout/hierarchy1"/>
    <dgm:cxn modelId="{9F2F6C51-C3C7-4844-BB04-5E0FCCE1AD82}" type="presParOf" srcId="{98CD28E2-2CEF-4699-8D3D-4E3650E2CE0E}" destId="{5CCD11DB-5A01-479F-9E4F-5059F6F02701}" srcOrd="3" destOrd="0" presId="urn:microsoft.com/office/officeart/2005/8/layout/hierarchy1"/>
    <dgm:cxn modelId="{A0E76CCF-F20C-4C0C-A2B2-F78748868BFE}" type="presParOf" srcId="{5CCD11DB-5A01-479F-9E4F-5059F6F02701}" destId="{358ED0D6-0289-427E-8464-295C842C1F37}" srcOrd="0" destOrd="0" presId="urn:microsoft.com/office/officeart/2005/8/layout/hierarchy1"/>
    <dgm:cxn modelId="{68CA9AD7-9858-4726-958B-0522B64A1BF7}" type="presParOf" srcId="{358ED0D6-0289-427E-8464-295C842C1F37}" destId="{D9FA7877-852D-4F75-B5B6-D0E27E0A9032}" srcOrd="0" destOrd="0" presId="urn:microsoft.com/office/officeart/2005/8/layout/hierarchy1"/>
    <dgm:cxn modelId="{05B15DC9-E8E1-4C90-8703-8EFA4A63BC14}" type="presParOf" srcId="{358ED0D6-0289-427E-8464-295C842C1F37}" destId="{AD5403DB-35E1-4D02-ACBB-4222266C95CE}" srcOrd="1" destOrd="0" presId="urn:microsoft.com/office/officeart/2005/8/layout/hierarchy1"/>
    <dgm:cxn modelId="{FF2225B3-70DC-424C-85AC-018C51BEE3EE}" type="presParOf" srcId="{5CCD11DB-5A01-479F-9E4F-5059F6F02701}" destId="{303F910D-1B7B-4C31-9DA9-CBC96E915B1C}" srcOrd="1" destOrd="0" presId="urn:microsoft.com/office/officeart/2005/8/layout/hierarchy1"/>
    <dgm:cxn modelId="{DC887C24-F2F1-4833-A597-41569FC5BD24}" type="presParOf" srcId="{98CD28E2-2CEF-4699-8D3D-4E3650E2CE0E}" destId="{90426BB5-710F-4281-B9A0-77867A4DDF63}" srcOrd="4" destOrd="0" presId="urn:microsoft.com/office/officeart/2005/8/layout/hierarchy1"/>
    <dgm:cxn modelId="{DE25C263-5204-45BD-A933-3FD23F7DA6DD}" type="presParOf" srcId="{90426BB5-710F-4281-B9A0-77867A4DDF63}" destId="{C4D724BD-BDC1-4A82-8F0C-B76994D327D2}" srcOrd="0" destOrd="0" presId="urn:microsoft.com/office/officeart/2005/8/layout/hierarchy1"/>
    <dgm:cxn modelId="{CBBE4B00-2922-445E-BC9B-22CC71083BF0}" type="presParOf" srcId="{C4D724BD-BDC1-4A82-8F0C-B76994D327D2}" destId="{D3D1F14D-A4C0-4A2A-B6DC-FA798710A4F4}" srcOrd="0" destOrd="0" presId="urn:microsoft.com/office/officeart/2005/8/layout/hierarchy1"/>
    <dgm:cxn modelId="{63A9FBBD-9DCE-43D2-9FF9-904DEE9628E0}" type="presParOf" srcId="{C4D724BD-BDC1-4A82-8F0C-B76994D327D2}" destId="{7558C78B-3ED7-4765-A574-31DF1C89FAE7}" srcOrd="1" destOrd="0" presId="urn:microsoft.com/office/officeart/2005/8/layout/hierarchy1"/>
    <dgm:cxn modelId="{30A3CCAD-092C-47E4-9260-0ED023D33E17}" type="presParOf" srcId="{90426BB5-710F-4281-B9A0-77867A4DDF63}" destId="{EC379436-6B44-4120-89EF-BE8D0E6568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BAC4EB-39D0-4D8F-93E6-5E5B5233F24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3D5E12-A3DE-4228-84E0-2DC7656E1208}">
      <dgm:prSet/>
      <dgm:spPr/>
      <dgm:t>
        <a:bodyPr/>
        <a:lstStyle/>
        <a:p>
          <a:r>
            <a:rPr lang="ro-RO" b="0" i="0" baseline="0"/>
            <a:t>Medii mobile SMA</a:t>
          </a:r>
          <a:endParaRPr lang="en-US"/>
        </a:p>
      </dgm:t>
    </dgm:pt>
    <dgm:pt modelId="{3050F40C-5975-44A6-98DE-BD0BE45506A3}" type="parTrans" cxnId="{8037942B-6C34-409E-87B2-323FDEE66409}">
      <dgm:prSet/>
      <dgm:spPr/>
      <dgm:t>
        <a:bodyPr/>
        <a:lstStyle/>
        <a:p>
          <a:endParaRPr lang="en-US"/>
        </a:p>
      </dgm:t>
    </dgm:pt>
    <dgm:pt modelId="{6146AD7E-5D36-43C0-9FF5-2902E0D58CDB}" type="sibTrans" cxnId="{8037942B-6C34-409E-87B2-323FDEE66409}">
      <dgm:prSet/>
      <dgm:spPr/>
      <dgm:t>
        <a:bodyPr/>
        <a:lstStyle/>
        <a:p>
          <a:endParaRPr lang="en-US"/>
        </a:p>
      </dgm:t>
    </dgm:pt>
    <dgm:pt modelId="{F9610F39-D3E0-4267-9F61-900A2489BA0D}">
      <dgm:prSet/>
      <dgm:spPr/>
      <dgm:t>
        <a:bodyPr/>
        <a:lstStyle/>
        <a:p>
          <a:r>
            <a:rPr lang="ro-RO" b="0" i="0" baseline="0"/>
            <a:t>Indicator RSI</a:t>
          </a:r>
          <a:endParaRPr lang="en-US"/>
        </a:p>
      </dgm:t>
    </dgm:pt>
    <dgm:pt modelId="{844AC235-3EED-4A2C-941B-3DAD3457C3A9}" type="parTrans" cxnId="{918A0EEB-7E3C-48D5-AE54-2F1EB883F0D9}">
      <dgm:prSet/>
      <dgm:spPr/>
      <dgm:t>
        <a:bodyPr/>
        <a:lstStyle/>
        <a:p>
          <a:endParaRPr lang="en-US"/>
        </a:p>
      </dgm:t>
    </dgm:pt>
    <dgm:pt modelId="{17DF91C3-3D83-458C-B6AB-3770D577AA74}" type="sibTrans" cxnId="{918A0EEB-7E3C-48D5-AE54-2F1EB883F0D9}">
      <dgm:prSet/>
      <dgm:spPr/>
      <dgm:t>
        <a:bodyPr/>
        <a:lstStyle/>
        <a:p>
          <a:endParaRPr lang="en-US"/>
        </a:p>
      </dgm:t>
    </dgm:pt>
    <dgm:pt modelId="{CD5A4770-4A2D-4196-8852-5A32B9DF12B6}">
      <dgm:prSet/>
      <dgm:spPr/>
      <dgm:t>
        <a:bodyPr/>
        <a:lstStyle/>
        <a:p>
          <a:r>
            <a:rPr lang="ro-RO" b="0" i="0" baseline="0"/>
            <a:t>Identificare trend piață</a:t>
          </a:r>
          <a:endParaRPr lang="en-US"/>
        </a:p>
      </dgm:t>
    </dgm:pt>
    <dgm:pt modelId="{282C05D8-B5ED-4C8B-B4B8-A3EB71D41900}" type="parTrans" cxnId="{ABF96BE6-6CC2-42EA-BA6F-FA852EBBD269}">
      <dgm:prSet/>
      <dgm:spPr/>
      <dgm:t>
        <a:bodyPr/>
        <a:lstStyle/>
        <a:p>
          <a:endParaRPr lang="en-US"/>
        </a:p>
      </dgm:t>
    </dgm:pt>
    <dgm:pt modelId="{7779A388-2765-4A47-ACBE-D8D223994437}" type="sibTrans" cxnId="{ABF96BE6-6CC2-42EA-BA6F-FA852EBBD269}">
      <dgm:prSet/>
      <dgm:spPr/>
      <dgm:t>
        <a:bodyPr/>
        <a:lstStyle/>
        <a:p>
          <a:endParaRPr lang="en-US"/>
        </a:p>
      </dgm:t>
    </dgm:pt>
    <dgm:pt modelId="{E758093E-2E9B-4A45-9954-BAEFED107CFD}">
      <dgm:prSet/>
      <dgm:spPr/>
      <dgm:t>
        <a:bodyPr/>
        <a:lstStyle/>
        <a:p>
          <a:r>
            <a:rPr lang="ro-RO" b="0" i="0" baseline="0"/>
            <a:t>Detectare supracumpărare</a:t>
          </a:r>
          <a:endParaRPr lang="en-US"/>
        </a:p>
      </dgm:t>
    </dgm:pt>
    <dgm:pt modelId="{E1750020-7BDB-4F71-BAF1-FD48BB42EB9D}" type="parTrans" cxnId="{C0BD5566-6E2E-44A7-A239-B77CE500F620}">
      <dgm:prSet/>
      <dgm:spPr/>
      <dgm:t>
        <a:bodyPr/>
        <a:lstStyle/>
        <a:p>
          <a:endParaRPr lang="en-US"/>
        </a:p>
      </dgm:t>
    </dgm:pt>
    <dgm:pt modelId="{2B61523A-F3B6-4CFE-88F2-C9A7D3CE4C4D}" type="sibTrans" cxnId="{C0BD5566-6E2E-44A7-A239-B77CE500F620}">
      <dgm:prSet/>
      <dgm:spPr/>
      <dgm:t>
        <a:bodyPr/>
        <a:lstStyle/>
        <a:p>
          <a:endParaRPr lang="en-US"/>
        </a:p>
      </dgm:t>
    </dgm:pt>
    <dgm:pt modelId="{FAC69ACE-F5EA-4997-99E3-1DC57141B3AB}" type="pres">
      <dgm:prSet presAssocID="{4ABAC4EB-39D0-4D8F-93E6-5E5B5233F2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83A3FEB-E3A1-4105-976F-8113EDF27BDD}" type="pres">
      <dgm:prSet presAssocID="{F53D5E12-A3DE-4228-84E0-2DC7656E1208}" presName="hierRoot1" presStyleCnt="0"/>
      <dgm:spPr/>
    </dgm:pt>
    <dgm:pt modelId="{B433C89B-F90C-4910-88AE-AC9851790134}" type="pres">
      <dgm:prSet presAssocID="{F53D5E12-A3DE-4228-84E0-2DC7656E1208}" presName="composite" presStyleCnt="0"/>
      <dgm:spPr/>
    </dgm:pt>
    <dgm:pt modelId="{ED274F20-6E7D-4481-A83B-EFE878944560}" type="pres">
      <dgm:prSet presAssocID="{F53D5E12-A3DE-4228-84E0-2DC7656E1208}" presName="background" presStyleLbl="node0" presStyleIdx="0" presStyleCnt="4"/>
      <dgm:spPr/>
    </dgm:pt>
    <dgm:pt modelId="{8B9762D4-5AD7-462D-AE7C-03B6F87578DF}" type="pres">
      <dgm:prSet presAssocID="{F53D5E12-A3DE-4228-84E0-2DC7656E1208}" presName="text" presStyleLbl="fgAcc0" presStyleIdx="0" presStyleCnt="4">
        <dgm:presLayoutVars>
          <dgm:chPref val="3"/>
        </dgm:presLayoutVars>
      </dgm:prSet>
      <dgm:spPr/>
    </dgm:pt>
    <dgm:pt modelId="{2E8A7BD0-A2B9-45D9-81DC-3F66824CD40D}" type="pres">
      <dgm:prSet presAssocID="{F53D5E12-A3DE-4228-84E0-2DC7656E1208}" presName="hierChild2" presStyleCnt="0"/>
      <dgm:spPr/>
    </dgm:pt>
    <dgm:pt modelId="{523BEC90-2601-46E0-A298-F7F84830A3F1}" type="pres">
      <dgm:prSet presAssocID="{F9610F39-D3E0-4267-9F61-900A2489BA0D}" presName="hierRoot1" presStyleCnt="0"/>
      <dgm:spPr/>
    </dgm:pt>
    <dgm:pt modelId="{DB8CEDB4-C622-45B1-A2EF-3C7948369C82}" type="pres">
      <dgm:prSet presAssocID="{F9610F39-D3E0-4267-9F61-900A2489BA0D}" presName="composite" presStyleCnt="0"/>
      <dgm:spPr/>
    </dgm:pt>
    <dgm:pt modelId="{2455F048-B02E-4B1F-B120-1ABD63F2EBAD}" type="pres">
      <dgm:prSet presAssocID="{F9610F39-D3E0-4267-9F61-900A2489BA0D}" presName="background" presStyleLbl="node0" presStyleIdx="1" presStyleCnt="4"/>
      <dgm:spPr/>
    </dgm:pt>
    <dgm:pt modelId="{92EB90E6-E99F-4353-9279-9E58D6401604}" type="pres">
      <dgm:prSet presAssocID="{F9610F39-D3E0-4267-9F61-900A2489BA0D}" presName="text" presStyleLbl="fgAcc0" presStyleIdx="1" presStyleCnt="4">
        <dgm:presLayoutVars>
          <dgm:chPref val="3"/>
        </dgm:presLayoutVars>
      </dgm:prSet>
      <dgm:spPr/>
    </dgm:pt>
    <dgm:pt modelId="{EA7339B1-804E-4A1F-83A6-7BE5969A669B}" type="pres">
      <dgm:prSet presAssocID="{F9610F39-D3E0-4267-9F61-900A2489BA0D}" presName="hierChild2" presStyleCnt="0"/>
      <dgm:spPr/>
    </dgm:pt>
    <dgm:pt modelId="{31ADAD23-825C-4009-9115-5188E49BF77C}" type="pres">
      <dgm:prSet presAssocID="{CD5A4770-4A2D-4196-8852-5A32B9DF12B6}" presName="hierRoot1" presStyleCnt="0"/>
      <dgm:spPr/>
    </dgm:pt>
    <dgm:pt modelId="{B55AE77A-4FC3-41E9-8C1E-2337FD6BB82F}" type="pres">
      <dgm:prSet presAssocID="{CD5A4770-4A2D-4196-8852-5A32B9DF12B6}" presName="composite" presStyleCnt="0"/>
      <dgm:spPr/>
    </dgm:pt>
    <dgm:pt modelId="{8A2871C2-F87A-4B55-B9D9-77232EB7A306}" type="pres">
      <dgm:prSet presAssocID="{CD5A4770-4A2D-4196-8852-5A32B9DF12B6}" presName="background" presStyleLbl="node0" presStyleIdx="2" presStyleCnt="4"/>
      <dgm:spPr/>
    </dgm:pt>
    <dgm:pt modelId="{54232E07-9642-43AE-A35C-D88FAECC6A15}" type="pres">
      <dgm:prSet presAssocID="{CD5A4770-4A2D-4196-8852-5A32B9DF12B6}" presName="text" presStyleLbl="fgAcc0" presStyleIdx="2" presStyleCnt="4">
        <dgm:presLayoutVars>
          <dgm:chPref val="3"/>
        </dgm:presLayoutVars>
      </dgm:prSet>
      <dgm:spPr/>
    </dgm:pt>
    <dgm:pt modelId="{B2E714F1-5805-4384-974B-BCF5E1F871DD}" type="pres">
      <dgm:prSet presAssocID="{CD5A4770-4A2D-4196-8852-5A32B9DF12B6}" presName="hierChild2" presStyleCnt="0"/>
      <dgm:spPr/>
    </dgm:pt>
    <dgm:pt modelId="{58CCC765-8A09-46DF-8A2B-C8ACC7E64893}" type="pres">
      <dgm:prSet presAssocID="{E758093E-2E9B-4A45-9954-BAEFED107CFD}" presName="hierRoot1" presStyleCnt="0"/>
      <dgm:spPr/>
    </dgm:pt>
    <dgm:pt modelId="{EA8B03E2-3934-450A-99BA-C525035F185C}" type="pres">
      <dgm:prSet presAssocID="{E758093E-2E9B-4A45-9954-BAEFED107CFD}" presName="composite" presStyleCnt="0"/>
      <dgm:spPr/>
    </dgm:pt>
    <dgm:pt modelId="{53469C43-B8EA-48F9-B602-A03CC49B8B0A}" type="pres">
      <dgm:prSet presAssocID="{E758093E-2E9B-4A45-9954-BAEFED107CFD}" presName="background" presStyleLbl="node0" presStyleIdx="3" presStyleCnt="4"/>
      <dgm:spPr/>
    </dgm:pt>
    <dgm:pt modelId="{FD56A652-9E08-4EE5-81E9-CBA2A41922A0}" type="pres">
      <dgm:prSet presAssocID="{E758093E-2E9B-4A45-9954-BAEFED107CFD}" presName="text" presStyleLbl="fgAcc0" presStyleIdx="3" presStyleCnt="4">
        <dgm:presLayoutVars>
          <dgm:chPref val="3"/>
        </dgm:presLayoutVars>
      </dgm:prSet>
      <dgm:spPr/>
    </dgm:pt>
    <dgm:pt modelId="{EFD4865A-D692-4BCA-B2C5-756F0A58DF5D}" type="pres">
      <dgm:prSet presAssocID="{E758093E-2E9B-4A45-9954-BAEFED107CFD}" presName="hierChild2" presStyleCnt="0"/>
      <dgm:spPr/>
    </dgm:pt>
  </dgm:ptLst>
  <dgm:cxnLst>
    <dgm:cxn modelId="{8037942B-6C34-409E-87B2-323FDEE66409}" srcId="{4ABAC4EB-39D0-4D8F-93E6-5E5B5233F245}" destId="{F53D5E12-A3DE-4228-84E0-2DC7656E1208}" srcOrd="0" destOrd="0" parTransId="{3050F40C-5975-44A6-98DE-BD0BE45506A3}" sibTransId="{6146AD7E-5D36-43C0-9FF5-2902E0D58CDB}"/>
    <dgm:cxn modelId="{C0BD5566-6E2E-44A7-A239-B77CE500F620}" srcId="{4ABAC4EB-39D0-4D8F-93E6-5E5B5233F245}" destId="{E758093E-2E9B-4A45-9954-BAEFED107CFD}" srcOrd="3" destOrd="0" parTransId="{E1750020-7BDB-4F71-BAF1-FD48BB42EB9D}" sibTransId="{2B61523A-F3B6-4CFE-88F2-C9A7D3CE4C4D}"/>
    <dgm:cxn modelId="{2FD06F4D-53FC-4BBF-9565-672328A2ED60}" type="presOf" srcId="{E758093E-2E9B-4A45-9954-BAEFED107CFD}" destId="{FD56A652-9E08-4EE5-81E9-CBA2A41922A0}" srcOrd="0" destOrd="0" presId="urn:microsoft.com/office/officeart/2005/8/layout/hierarchy1"/>
    <dgm:cxn modelId="{B71E2890-9F8C-4549-AA6A-654A694E2B9F}" type="presOf" srcId="{F9610F39-D3E0-4267-9F61-900A2489BA0D}" destId="{92EB90E6-E99F-4353-9279-9E58D6401604}" srcOrd="0" destOrd="0" presId="urn:microsoft.com/office/officeart/2005/8/layout/hierarchy1"/>
    <dgm:cxn modelId="{ED32EEB9-74C0-4311-887F-227838F4D1F9}" type="presOf" srcId="{4ABAC4EB-39D0-4D8F-93E6-5E5B5233F245}" destId="{FAC69ACE-F5EA-4997-99E3-1DC57141B3AB}" srcOrd="0" destOrd="0" presId="urn:microsoft.com/office/officeart/2005/8/layout/hierarchy1"/>
    <dgm:cxn modelId="{60C08BBC-DD26-4F17-AAD4-EF3BDA5DD80A}" type="presOf" srcId="{F53D5E12-A3DE-4228-84E0-2DC7656E1208}" destId="{8B9762D4-5AD7-462D-AE7C-03B6F87578DF}" srcOrd="0" destOrd="0" presId="urn:microsoft.com/office/officeart/2005/8/layout/hierarchy1"/>
    <dgm:cxn modelId="{55293ACA-B60D-46C9-A277-E3F006411D62}" type="presOf" srcId="{CD5A4770-4A2D-4196-8852-5A32B9DF12B6}" destId="{54232E07-9642-43AE-A35C-D88FAECC6A15}" srcOrd="0" destOrd="0" presId="urn:microsoft.com/office/officeart/2005/8/layout/hierarchy1"/>
    <dgm:cxn modelId="{ABF96BE6-6CC2-42EA-BA6F-FA852EBBD269}" srcId="{4ABAC4EB-39D0-4D8F-93E6-5E5B5233F245}" destId="{CD5A4770-4A2D-4196-8852-5A32B9DF12B6}" srcOrd="2" destOrd="0" parTransId="{282C05D8-B5ED-4C8B-B4B8-A3EB71D41900}" sibTransId="{7779A388-2765-4A47-ACBE-D8D223994437}"/>
    <dgm:cxn modelId="{918A0EEB-7E3C-48D5-AE54-2F1EB883F0D9}" srcId="{4ABAC4EB-39D0-4D8F-93E6-5E5B5233F245}" destId="{F9610F39-D3E0-4267-9F61-900A2489BA0D}" srcOrd="1" destOrd="0" parTransId="{844AC235-3EED-4A2C-941B-3DAD3457C3A9}" sibTransId="{17DF91C3-3D83-458C-B6AB-3770D577AA74}"/>
    <dgm:cxn modelId="{06B9330A-5747-40AB-B3EA-175C1AD14385}" type="presParOf" srcId="{FAC69ACE-F5EA-4997-99E3-1DC57141B3AB}" destId="{F83A3FEB-E3A1-4105-976F-8113EDF27BDD}" srcOrd="0" destOrd="0" presId="urn:microsoft.com/office/officeart/2005/8/layout/hierarchy1"/>
    <dgm:cxn modelId="{DBFEE059-595F-407C-847C-7095B21EBF0B}" type="presParOf" srcId="{F83A3FEB-E3A1-4105-976F-8113EDF27BDD}" destId="{B433C89B-F90C-4910-88AE-AC9851790134}" srcOrd="0" destOrd="0" presId="urn:microsoft.com/office/officeart/2005/8/layout/hierarchy1"/>
    <dgm:cxn modelId="{6C160D68-D8C8-4CFF-B9C2-438B15E2232A}" type="presParOf" srcId="{B433C89B-F90C-4910-88AE-AC9851790134}" destId="{ED274F20-6E7D-4481-A83B-EFE878944560}" srcOrd="0" destOrd="0" presId="urn:microsoft.com/office/officeart/2005/8/layout/hierarchy1"/>
    <dgm:cxn modelId="{36B34550-8FB2-45AC-8252-80D55F2CA1D2}" type="presParOf" srcId="{B433C89B-F90C-4910-88AE-AC9851790134}" destId="{8B9762D4-5AD7-462D-AE7C-03B6F87578DF}" srcOrd="1" destOrd="0" presId="urn:microsoft.com/office/officeart/2005/8/layout/hierarchy1"/>
    <dgm:cxn modelId="{E9A2C66A-01A3-43DB-BBCC-A1526FCF9B84}" type="presParOf" srcId="{F83A3FEB-E3A1-4105-976F-8113EDF27BDD}" destId="{2E8A7BD0-A2B9-45D9-81DC-3F66824CD40D}" srcOrd="1" destOrd="0" presId="urn:microsoft.com/office/officeart/2005/8/layout/hierarchy1"/>
    <dgm:cxn modelId="{3EB254E5-9C8D-472A-8221-55EC1AF1203D}" type="presParOf" srcId="{FAC69ACE-F5EA-4997-99E3-1DC57141B3AB}" destId="{523BEC90-2601-46E0-A298-F7F84830A3F1}" srcOrd="1" destOrd="0" presId="urn:microsoft.com/office/officeart/2005/8/layout/hierarchy1"/>
    <dgm:cxn modelId="{91B41D4C-3223-485C-AE24-FAA63CB288DF}" type="presParOf" srcId="{523BEC90-2601-46E0-A298-F7F84830A3F1}" destId="{DB8CEDB4-C622-45B1-A2EF-3C7948369C82}" srcOrd="0" destOrd="0" presId="urn:microsoft.com/office/officeart/2005/8/layout/hierarchy1"/>
    <dgm:cxn modelId="{DB7CD11E-6D11-4D48-AD41-D6EFA8C626DB}" type="presParOf" srcId="{DB8CEDB4-C622-45B1-A2EF-3C7948369C82}" destId="{2455F048-B02E-4B1F-B120-1ABD63F2EBAD}" srcOrd="0" destOrd="0" presId="urn:microsoft.com/office/officeart/2005/8/layout/hierarchy1"/>
    <dgm:cxn modelId="{C8342462-40FF-4E7A-9746-274B7C0B526A}" type="presParOf" srcId="{DB8CEDB4-C622-45B1-A2EF-3C7948369C82}" destId="{92EB90E6-E99F-4353-9279-9E58D6401604}" srcOrd="1" destOrd="0" presId="urn:microsoft.com/office/officeart/2005/8/layout/hierarchy1"/>
    <dgm:cxn modelId="{27769D11-B4B4-45A8-9FF5-593A9C959B20}" type="presParOf" srcId="{523BEC90-2601-46E0-A298-F7F84830A3F1}" destId="{EA7339B1-804E-4A1F-83A6-7BE5969A669B}" srcOrd="1" destOrd="0" presId="urn:microsoft.com/office/officeart/2005/8/layout/hierarchy1"/>
    <dgm:cxn modelId="{AAED5351-0737-4140-94D5-A6556A4628E2}" type="presParOf" srcId="{FAC69ACE-F5EA-4997-99E3-1DC57141B3AB}" destId="{31ADAD23-825C-4009-9115-5188E49BF77C}" srcOrd="2" destOrd="0" presId="urn:microsoft.com/office/officeart/2005/8/layout/hierarchy1"/>
    <dgm:cxn modelId="{A6C1B23E-43C6-4056-B563-DD8BC740B7CA}" type="presParOf" srcId="{31ADAD23-825C-4009-9115-5188E49BF77C}" destId="{B55AE77A-4FC3-41E9-8C1E-2337FD6BB82F}" srcOrd="0" destOrd="0" presId="urn:microsoft.com/office/officeart/2005/8/layout/hierarchy1"/>
    <dgm:cxn modelId="{8BBB9413-71C3-4891-8F10-417E8D43B6D6}" type="presParOf" srcId="{B55AE77A-4FC3-41E9-8C1E-2337FD6BB82F}" destId="{8A2871C2-F87A-4B55-B9D9-77232EB7A306}" srcOrd="0" destOrd="0" presId="urn:microsoft.com/office/officeart/2005/8/layout/hierarchy1"/>
    <dgm:cxn modelId="{A08322E0-B753-4932-9AE7-6E78555E2131}" type="presParOf" srcId="{B55AE77A-4FC3-41E9-8C1E-2337FD6BB82F}" destId="{54232E07-9642-43AE-A35C-D88FAECC6A15}" srcOrd="1" destOrd="0" presId="urn:microsoft.com/office/officeart/2005/8/layout/hierarchy1"/>
    <dgm:cxn modelId="{B72362F5-7F98-46AC-8557-25FBBDFB3505}" type="presParOf" srcId="{31ADAD23-825C-4009-9115-5188E49BF77C}" destId="{B2E714F1-5805-4384-974B-BCF5E1F871DD}" srcOrd="1" destOrd="0" presId="urn:microsoft.com/office/officeart/2005/8/layout/hierarchy1"/>
    <dgm:cxn modelId="{A3BF9159-A729-433D-ABBE-CE7D6C6171CB}" type="presParOf" srcId="{FAC69ACE-F5EA-4997-99E3-1DC57141B3AB}" destId="{58CCC765-8A09-46DF-8A2B-C8ACC7E64893}" srcOrd="3" destOrd="0" presId="urn:microsoft.com/office/officeart/2005/8/layout/hierarchy1"/>
    <dgm:cxn modelId="{6874DD88-FED1-4D86-AE84-C3D6B72AFAC5}" type="presParOf" srcId="{58CCC765-8A09-46DF-8A2B-C8ACC7E64893}" destId="{EA8B03E2-3934-450A-99BA-C525035F185C}" srcOrd="0" destOrd="0" presId="urn:microsoft.com/office/officeart/2005/8/layout/hierarchy1"/>
    <dgm:cxn modelId="{8FAE5943-D556-4236-BBE3-D0377A34AA3E}" type="presParOf" srcId="{EA8B03E2-3934-450A-99BA-C525035F185C}" destId="{53469C43-B8EA-48F9-B602-A03CC49B8B0A}" srcOrd="0" destOrd="0" presId="urn:microsoft.com/office/officeart/2005/8/layout/hierarchy1"/>
    <dgm:cxn modelId="{584CAFD7-2513-4846-9580-0A4BF63B70EC}" type="presParOf" srcId="{EA8B03E2-3934-450A-99BA-C525035F185C}" destId="{FD56A652-9E08-4EE5-81E9-CBA2A41922A0}" srcOrd="1" destOrd="0" presId="urn:microsoft.com/office/officeart/2005/8/layout/hierarchy1"/>
    <dgm:cxn modelId="{1365EB3A-A0FD-48EA-822A-46F0434E4643}" type="presParOf" srcId="{58CCC765-8A09-46DF-8A2B-C8ACC7E64893}" destId="{EFD4865A-D692-4BCA-B2C5-756F0A58DF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DF0A97-F294-4B06-A4D1-A103330AE2E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17461B-7387-4867-86FC-5B8241A4FD3F}">
      <dgm:prSet/>
      <dgm:spPr/>
      <dgm:t>
        <a:bodyPr/>
        <a:lstStyle/>
        <a:p>
          <a:r>
            <a:rPr lang="ro-RO" b="0" i="0" baseline="0"/>
            <a:t>Model regresie preț</a:t>
          </a:r>
          <a:endParaRPr lang="en-US"/>
        </a:p>
      </dgm:t>
    </dgm:pt>
    <dgm:pt modelId="{FEBDDC9D-31CC-4C34-935A-52BA78A380FA}" type="parTrans" cxnId="{04B0A4FE-AC1E-4F3F-83C7-7107E5CB4C4C}">
      <dgm:prSet/>
      <dgm:spPr/>
      <dgm:t>
        <a:bodyPr/>
        <a:lstStyle/>
        <a:p>
          <a:endParaRPr lang="en-US"/>
        </a:p>
      </dgm:t>
    </dgm:pt>
    <dgm:pt modelId="{4F4039CA-6299-4F41-93CA-50967D0B6969}" type="sibTrans" cxnId="{04B0A4FE-AC1E-4F3F-83C7-7107E5CB4C4C}">
      <dgm:prSet/>
      <dgm:spPr/>
      <dgm:t>
        <a:bodyPr/>
        <a:lstStyle/>
        <a:p>
          <a:endParaRPr lang="en-US"/>
        </a:p>
      </dgm:t>
    </dgm:pt>
    <dgm:pt modelId="{E43B2E5E-AA4D-4F66-A104-AF79DC5EB523}">
      <dgm:prSet/>
      <dgm:spPr/>
      <dgm:t>
        <a:bodyPr/>
        <a:lstStyle/>
        <a:p>
          <a:r>
            <a:rPr lang="ro-RO" b="0" i="0" baseline="0"/>
            <a:t>Recomandare BUY/SELL/HOLD</a:t>
          </a:r>
          <a:endParaRPr lang="en-US"/>
        </a:p>
      </dgm:t>
    </dgm:pt>
    <dgm:pt modelId="{769BED41-827C-4C4F-A208-2C934651A23D}" type="parTrans" cxnId="{9F245B58-5E43-4CEC-B005-4007C1A13A93}">
      <dgm:prSet/>
      <dgm:spPr/>
      <dgm:t>
        <a:bodyPr/>
        <a:lstStyle/>
        <a:p>
          <a:endParaRPr lang="en-US"/>
        </a:p>
      </dgm:t>
    </dgm:pt>
    <dgm:pt modelId="{6F742687-8008-4E2F-998A-D08751807E7F}" type="sibTrans" cxnId="{9F245B58-5E43-4CEC-B005-4007C1A13A93}">
      <dgm:prSet/>
      <dgm:spPr/>
      <dgm:t>
        <a:bodyPr/>
        <a:lstStyle/>
        <a:p>
          <a:endParaRPr lang="en-US"/>
        </a:p>
      </dgm:t>
    </dgm:pt>
    <dgm:pt modelId="{BE019CD3-6D25-4A2D-90C8-47193464BA6F}">
      <dgm:prSet/>
      <dgm:spPr/>
      <dgm:t>
        <a:bodyPr/>
        <a:lstStyle/>
        <a:p>
          <a:r>
            <a:rPr lang="ro-RO" b="0" i="0" baseline="0"/>
            <a:t>Scor încredere predicție</a:t>
          </a:r>
          <a:endParaRPr lang="en-US"/>
        </a:p>
      </dgm:t>
    </dgm:pt>
    <dgm:pt modelId="{551B8AAC-7709-45C5-A088-F7F57FB2DF30}" type="parTrans" cxnId="{96F58A02-A31B-4687-B7A0-731BDE8846F8}">
      <dgm:prSet/>
      <dgm:spPr/>
      <dgm:t>
        <a:bodyPr/>
        <a:lstStyle/>
        <a:p>
          <a:endParaRPr lang="en-US"/>
        </a:p>
      </dgm:t>
    </dgm:pt>
    <dgm:pt modelId="{0F592426-74B2-40E5-88ED-7EE61527043B}" type="sibTrans" cxnId="{96F58A02-A31B-4687-B7A0-731BDE8846F8}">
      <dgm:prSet/>
      <dgm:spPr/>
      <dgm:t>
        <a:bodyPr/>
        <a:lstStyle/>
        <a:p>
          <a:endParaRPr lang="en-US"/>
        </a:p>
      </dgm:t>
    </dgm:pt>
    <dgm:pt modelId="{C98C615F-0335-4DC2-B9F6-81223F71CD20}" type="pres">
      <dgm:prSet presAssocID="{6EDF0A97-F294-4B06-A4D1-A103330AE2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058693-452F-45C1-AAC3-7993078D367B}" type="pres">
      <dgm:prSet presAssocID="{6817461B-7387-4867-86FC-5B8241A4FD3F}" presName="hierRoot1" presStyleCnt="0"/>
      <dgm:spPr/>
    </dgm:pt>
    <dgm:pt modelId="{2090480D-AB0B-4A0C-859F-7DFDB3403208}" type="pres">
      <dgm:prSet presAssocID="{6817461B-7387-4867-86FC-5B8241A4FD3F}" presName="composite" presStyleCnt="0"/>
      <dgm:spPr/>
    </dgm:pt>
    <dgm:pt modelId="{B253E5AC-7598-4549-89A8-1BFC789172B1}" type="pres">
      <dgm:prSet presAssocID="{6817461B-7387-4867-86FC-5B8241A4FD3F}" presName="background" presStyleLbl="node0" presStyleIdx="0" presStyleCnt="3"/>
      <dgm:spPr/>
    </dgm:pt>
    <dgm:pt modelId="{E684DBEF-93D0-4499-82A2-75E2D4B5C0FC}" type="pres">
      <dgm:prSet presAssocID="{6817461B-7387-4867-86FC-5B8241A4FD3F}" presName="text" presStyleLbl="fgAcc0" presStyleIdx="0" presStyleCnt="3">
        <dgm:presLayoutVars>
          <dgm:chPref val="3"/>
        </dgm:presLayoutVars>
      </dgm:prSet>
      <dgm:spPr/>
    </dgm:pt>
    <dgm:pt modelId="{F5E10720-46F7-4240-9E7E-B9B83199770E}" type="pres">
      <dgm:prSet presAssocID="{6817461B-7387-4867-86FC-5B8241A4FD3F}" presName="hierChild2" presStyleCnt="0"/>
      <dgm:spPr/>
    </dgm:pt>
    <dgm:pt modelId="{9DADB8F2-5092-4D69-8D47-8040BB023689}" type="pres">
      <dgm:prSet presAssocID="{E43B2E5E-AA4D-4F66-A104-AF79DC5EB523}" presName="hierRoot1" presStyleCnt="0"/>
      <dgm:spPr/>
    </dgm:pt>
    <dgm:pt modelId="{A32C0D31-DEED-4FEA-9414-B8E732DF77C0}" type="pres">
      <dgm:prSet presAssocID="{E43B2E5E-AA4D-4F66-A104-AF79DC5EB523}" presName="composite" presStyleCnt="0"/>
      <dgm:spPr/>
    </dgm:pt>
    <dgm:pt modelId="{001B9B80-0E03-419C-8721-5884EC41D5DE}" type="pres">
      <dgm:prSet presAssocID="{E43B2E5E-AA4D-4F66-A104-AF79DC5EB523}" presName="background" presStyleLbl="node0" presStyleIdx="1" presStyleCnt="3"/>
      <dgm:spPr/>
    </dgm:pt>
    <dgm:pt modelId="{2DC84C48-4E82-4BF6-A1DA-C5F4388C92DB}" type="pres">
      <dgm:prSet presAssocID="{E43B2E5E-AA4D-4F66-A104-AF79DC5EB523}" presName="text" presStyleLbl="fgAcc0" presStyleIdx="1" presStyleCnt="3">
        <dgm:presLayoutVars>
          <dgm:chPref val="3"/>
        </dgm:presLayoutVars>
      </dgm:prSet>
      <dgm:spPr/>
    </dgm:pt>
    <dgm:pt modelId="{76F38E47-12EA-49F8-B0B4-A4C6A2B1E417}" type="pres">
      <dgm:prSet presAssocID="{E43B2E5E-AA4D-4F66-A104-AF79DC5EB523}" presName="hierChild2" presStyleCnt="0"/>
      <dgm:spPr/>
    </dgm:pt>
    <dgm:pt modelId="{B0ACB14E-573A-411A-A239-84721DFF26E7}" type="pres">
      <dgm:prSet presAssocID="{BE019CD3-6D25-4A2D-90C8-47193464BA6F}" presName="hierRoot1" presStyleCnt="0"/>
      <dgm:spPr/>
    </dgm:pt>
    <dgm:pt modelId="{4D5A9FB2-2C33-47F9-B835-1A5649E90AD0}" type="pres">
      <dgm:prSet presAssocID="{BE019CD3-6D25-4A2D-90C8-47193464BA6F}" presName="composite" presStyleCnt="0"/>
      <dgm:spPr/>
    </dgm:pt>
    <dgm:pt modelId="{FE098A1F-84CC-4FBF-9AA3-B73169750D0C}" type="pres">
      <dgm:prSet presAssocID="{BE019CD3-6D25-4A2D-90C8-47193464BA6F}" presName="background" presStyleLbl="node0" presStyleIdx="2" presStyleCnt="3"/>
      <dgm:spPr/>
    </dgm:pt>
    <dgm:pt modelId="{0CBCA197-9AE1-4105-BA68-F65B76F9DB4C}" type="pres">
      <dgm:prSet presAssocID="{BE019CD3-6D25-4A2D-90C8-47193464BA6F}" presName="text" presStyleLbl="fgAcc0" presStyleIdx="2" presStyleCnt="3">
        <dgm:presLayoutVars>
          <dgm:chPref val="3"/>
        </dgm:presLayoutVars>
      </dgm:prSet>
      <dgm:spPr/>
    </dgm:pt>
    <dgm:pt modelId="{C1E203E6-B9EF-4DAB-BF6E-F9F88566BB9C}" type="pres">
      <dgm:prSet presAssocID="{BE019CD3-6D25-4A2D-90C8-47193464BA6F}" presName="hierChild2" presStyleCnt="0"/>
      <dgm:spPr/>
    </dgm:pt>
  </dgm:ptLst>
  <dgm:cxnLst>
    <dgm:cxn modelId="{96F58A02-A31B-4687-B7A0-731BDE8846F8}" srcId="{6EDF0A97-F294-4B06-A4D1-A103330AE2EB}" destId="{BE019CD3-6D25-4A2D-90C8-47193464BA6F}" srcOrd="2" destOrd="0" parTransId="{551B8AAC-7709-45C5-A088-F7F57FB2DF30}" sibTransId="{0F592426-74B2-40E5-88ED-7EE61527043B}"/>
    <dgm:cxn modelId="{B9A4EC5D-9CE6-4CC6-81A8-2EE938753557}" type="presOf" srcId="{6817461B-7387-4867-86FC-5B8241A4FD3F}" destId="{E684DBEF-93D0-4499-82A2-75E2D4B5C0FC}" srcOrd="0" destOrd="0" presId="urn:microsoft.com/office/officeart/2005/8/layout/hierarchy1"/>
    <dgm:cxn modelId="{1945DE6C-7B96-434C-824D-4FC910564756}" type="presOf" srcId="{E43B2E5E-AA4D-4F66-A104-AF79DC5EB523}" destId="{2DC84C48-4E82-4BF6-A1DA-C5F4388C92DB}" srcOrd="0" destOrd="0" presId="urn:microsoft.com/office/officeart/2005/8/layout/hierarchy1"/>
    <dgm:cxn modelId="{9F245B58-5E43-4CEC-B005-4007C1A13A93}" srcId="{6EDF0A97-F294-4B06-A4D1-A103330AE2EB}" destId="{E43B2E5E-AA4D-4F66-A104-AF79DC5EB523}" srcOrd="1" destOrd="0" parTransId="{769BED41-827C-4C4F-A208-2C934651A23D}" sibTransId="{6F742687-8008-4E2F-998A-D08751807E7F}"/>
    <dgm:cxn modelId="{8BAF7F7D-4E8C-471F-929B-CC1E98CA0CDF}" type="presOf" srcId="{BE019CD3-6D25-4A2D-90C8-47193464BA6F}" destId="{0CBCA197-9AE1-4105-BA68-F65B76F9DB4C}" srcOrd="0" destOrd="0" presId="urn:microsoft.com/office/officeart/2005/8/layout/hierarchy1"/>
    <dgm:cxn modelId="{484E83ED-9DF5-46C3-A3F2-8D8DE637EDD2}" type="presOf" srcId="{6EDF0A97-F294-4B06-A4D1-A103330AE2EB}" destId="{C98C615F-0335-4DC2-B9F6-81223F71CD20}" srcOrd="0" destOrd="0" presId="urn:microsoft.com/office/officeart/2005/8/layout/hierarchy1"/>
    <dgm:cxn modelId="{04B0A4FE-AC1E-4F3F-83C7-7107E5CB4C4C}" srcId="{6EDF0A97-F294-4B06-A4D1-A103330AE2EB}" destId="{6817461B-7387-4867-86FC-5B8241A4FD3F}" srcOrd="0" destOrd="0" parTransId="{FEBDDC9D-31CC-4C34-935A-52BA78A380FA}" sibTransId="{4F4039CA-6299-4F41-93CA-50967D0B6969}"/>
    <dgm:cxn modelId="{F97D90E7-9652-4504-9CAB-72F28D688156}" type="presParOf" srcId="{C98C615F-0335-4DC2-B9F6-81223F71CD20}" destId="{53058693-452F-45C1-AAC3-7993078D367B}" srcOrd="0" destOrd="0" presId="urn:microsoft.com/office/officeart/2005/8/layout/hierarchy1"/>
    <dgm:cxn modelId="{502CC2DA-61EF-4DFE-98FC-7BD280F57DB3}" type="presParOf" srcId="{53058693-452F-45C1-AAC3-7993078D367B}" destId="{2090480D-AB0B-4A0C-859F-7DFDB3403208}" srcOrd="0" destOrd="0" presId="urn:microsoft.com/office/officeart/2005/8/layout/hierarchy1"/>
    <dgm:cxn modelId="{42D5B44C-F7A5-4C09-8CBE-9AE870EBC1A9}" type="presParOf" srcId="{2090480D-AB0B-4A0C-859F-7DFDB3403208}" destId="{B253E5AC-7598-4549-89A8-1BFC789172B1}" srcOrd="0" destOrd="0" presId="urn:microsoft.com/office/officeart/2005/8/layout/hierarchy1"/>
    <dgm:cxn modelId="{69B05F80-70EB-4B32-97B8-2405D1675867}" type="presParOf" srcId="{2090480D-AB0B-4A0C-859F-7DFDB3403208}" destId="{E684DBEF-93D0-4499-82A2-75E2D4B5C0FC}" srcOrd="1" destOrd="0" presId="urn:microsoft.com/office/officeart/2005/8/layout/hierarchy1"/>
    <dgm:cxn modelId="{D94DC26A-918A-484C-B819-4B7A01778DCA}" type="presParOf" srcId="{53058693-452F-45C1-AAC3-7993078D367B}" destId="{F5E10720-46F7-4240-9E7E-B9B83199770E}" srcOrd="1" destOrd="0" presId="urn:microsoft.com/office/officeart/2005/8/layout/hierarchy1"/>
    <dgm:cxn modelId="{56DD2569-90B2-42EB-BAE4-311DB63160FC}" type="presParOf" srcId="{C98C615F-0335-4DC2-B9F6-81223F71CD20}" destId="{9DADB8F2-5092-4D69-8D47-8040BB023689}" srcOrd="1" destOrd="0" presId="urn:microsoft.com/office/officeart/2005/8/layout/hierarchy1"/>
    <dgm:cxn modelId="{4BCD94F3-CC92-4940-BD76-52822AA541EB}" type="presParOf" srcId="{9DADB8F2-5092-4D69-8D47-8040BB023689}" destId="{A32C0D31-DEED-4FEA-9414-B8E732DF77C0}" srcOrd="0" destOrd="0" presId="urn:microsoft.com/office/officeart/2005/8/layout/hierarchy1"/>
    <dgm:cxn modelId="{C40CD489-2643-4B65-B04A-D3FC58524D50}" type="presParOf" srcId="{A32C0D31-DEED-4FEA-9414-B8E732DF77C0}" destId="{001B9B80-0E03-419C-8721-5884EC41D5DE}" srcOrd="0" destOrd="0" presId="urn:microsoft.com/office/officeart/2005/8/layout/hierarchy1"/>
    <dgm:cxn modelId="{B28AAEC9-E09F-4C88-BF20-2A519F3A734F}" type="presParOf" srcId="{A32C0D31-DEED-4FEA-9414-B8E732DF77C0}" destId="{2DC84C48-4E82-4BF6-A1DA-C5F4388C92DB}" srcOrd="1" destOrd="0" presId="urn:microsoft.com/office/officeart/2005/8/layout/hierarchy1"/>
    <dgm:cxn modelId="{19D2569F-F872-4E5A-A855-13F23468AEC8}" type="presParOf" srcId="{9DADB8F2-5092-4D69-8D47-8040BB023689}" destId="{76F38E47-12EA-49F8-B0B4-A4C6A2B1E417}" srcOrd="1" destOrd="0" presId="urn:microsoft.com/office/officeart/2005/8/layout/hierarchy1"/>
    <dgm:cxn modelId="{FC09DCA0-9371-4E8E-9430-FE06BFEF4A75}" type="presParOf" srcId="{C98C615F-0335-4DC2-B9F6-81223F71CD20}" destId="{B0ACB14E-573A-411A-A239-84721DFF26E7}" srcOrd="2" destOrd="0" presId="urn:microsoft.com/office/officeart/2005/8/layout/hierarchy1"/>
    <dgm:cxn modelId="{C35683E9-9D24-4BE5-9916-6F06487D9DE0}" type="presParOf" srcId="{B0ACB14E-573A-411A-A239-84721DFF26E7}" destId="{4D5A9FB2-2C33-47F9-B835-1A5649E90AD0}" srcOrd="0" destOrd="0" presId="urn:microsoft.com/office/officeart/2005/8/layout/hierarchy1"/>
    <dgm:cxn modelId="{0FAA7109-06C8-4F0D-BDE4-1603DB7D799D}" type="presParOf" srcId="{4D5A9FB2-2C33-47F9-B835-1A5649E90AD0}" destId="{FE098A1F-84CC-4FBF-9AA3-B73169750D0C}" srcOrd="0" destOrd="0" presId="urn:microsoft.com/office/officeart/2005/8/layout/hierarchy1"/>
    <dgm:cxn modelId="{0E15D608-54D8-47E4-82CB-7A60EAA427E6}" type="presParOf" srcId="{4D5A9FB2-2C33-47F9-B835-1A5649E90AD0}" destId="{0CBCA197-9AE1-4105-BA68-F65B76F9DB4C}" srcOrd="1" destOrd="0" presId="urn:microsoft.com/office/officeart/2005/8/layout/hierarchy1"/>
    <dgm:cxn modelId="{AC9DF63B-5FBF-4721-B2F4-8C9C5577C0EF}" type="presParOf" srcId="{B0ACB14E-573A-411A-A239-84721DFF26E7}" destId="{C1E203E6-B9EF-4DAB-BF6E-F9F88566BB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05317C-6B28-45BD-9AC8-15FDD62CD58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6214D1-DC1C-478E-9A50-98FDFAE480E5}">
      <dgm:prSet/>
      <dgm:spPr/>
      <dgm:t>
        <a:bodyPr/>
        <a:lstStyle/>
        <a:p>
          <a:r>
            <a:rPr lang="ro-RO" b="0" i="0" baseline="0"/>
            <a:t>Analiză AI independentă</a:t>
          </a:r>
          <a:endParaRPr lang="en-US"/>
        </a:p>
      </dgm:t>
    </dgm:pt>
    <dgm:pt modelId="{9DB27D62-64B4-4B73-BB09-9441870BB505}" type="parTrans" cxnId="{DFFC86CC-4585-4A31-903B-26CDDD100543}">
      <dgm:prSet/>
      <dgm:spPr/>
      <dgm:t>
        <a:bodyPr/>
        <a:lstStyle/>
        <a:p>
          <a:endParaRPr lang="en-US"/>
        </a:p>
      </dgm:t>
    </dgm:pt>
    <dgm:pt modelId="{D907313A-0D1F-4171-B497-C303E51483C1}" type="sibTrans" cxnId="{DFFC86CC-4585-4A31-903B-26CDDD100543}">
      <dgm:prSet/>
      <dgm:spPr/>
      <dgm:t>
        <a:bodyPr/>
        <a:lstStyle/>
        <a:p>
          <a:endParaRPr lang="en-US"/>
        </a:p>
      </dgm:t>
    </dgm:pt>
    <dgm:pt modelId="{50E79EB3-71CD-463E-8C21-50D09D7521BE}">
      <dgm:prSet/>
      <dgm:spPr/>
      <dgm:t>
        <a:bodyPr/>
        <a:lstStyle/>
        <a:p>
          <a:r>
            <a:rPr lang="ro-RO" b="0" i="0" baseline="0"/>
            <a:t>Confirmare sau respingere</a:t>
          </a:r>
          <a:endParaRPr lang="en-US"/>
        </a:p>
      </dgm:t>
    </dgm:pt>
    <dgm:pt modelId="{C97E1BEC-1345-42A2-AAD6-37564F15B5BF}" type="parTrans" cxnId="{63E02BEF-CA6C-4468-BA67-5DCF50CAD949}">
      <dgm:prSet/>
      <dgm:spPr/>
      <dgm:t>
        <a:bodyPr/>
        <a:lstStyle/>
        <a:p>
          <a:endParaRPr lang="en-US"/>
        </a:p>
      </dgm:t>
    </dgm:pt>
    <dgm:pt modelId="{38B0F9CD-3473-4680-A3C0-53780C4DE90B}" type="sibTrans" cxnId="{63E02BEF-CA6C-4468-BA67-5DCF50CAD949}">
      <dgm:prSet/>
      <dgm:spPr/>
      <dgm:t>
        <a:bodyPr/>
        <a:lstStyle/>
        <a:p>
          <a:endParaRPr lang="en-US"/>
        </a:p>
      </dgm:t>
    </dgm:pt>
    <dgm:pt modelId="{DB1D7312-7B83-493E-85C1-D2B05EE6F38F}">
      <dgm:prSet/>
      <dgm:spPr/>
      <dgm:t>
        <a:bodyPr/>
        <a:lstStyle/>
        <a:p>
          <a:r>
            <a:rPr lang="ro-RO" b="0" i="0" baseline="0"/>
            <a:t>Ajustare recomandare finală</a:t>
          </a:r>
          <a:endParaRPr lang="en-US"/>
        </a:p>
      </dgm:t>
    </dgm:pt>
    <dgm:pt modelId="{836E83B5-868C-4239-A66F-BB411D79503D}" type="parTrans" cxnId="{D0A560AF-66B8-4CCC-B9FA-C8A251777ABF}">
      <dgm:prSet/>
      <dgm:spPr/>
      <dgm:t>
        <a:bodyPr/>
        <a:lstStyle/>
        <a:p>
          <a:endParaRPr lang="en-US"/>
        </a:p>
      </dgm:t>
    </dgm:pt>
    <dgm:pt modelId="{D4A20295-59C3-463B-9531-D2713923D780}" type="sibTrans" cxnId="{D0A560AF-66B8-4CCC-B9FA-C8A251777ABF}">
      <dgm:prSet/>
      <dgm:spPr/>
      <dgm:t>
        <a:bodyPr/>
        <a:lstStyle/>
        <a:p>
          <a:endParaRPr lang="en-US"/>
        </a:p>
      </dgm:t>
    </dgm:pt>
    <dgm:pt modelId="{68C49D7A-BBFF-464C-918B-908EF01B2866}" type="pres">
      <dgm:prSet presAssocID="{9B05317C-6B28-45BD-9AC8-15FDD62CD5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CA7686-97F7-4F0A-8CC5-EF15E2FE3985}" type="pres">
      <dgm:prSet presAssocID="{446214D1-DC1C-478E-9A50-98FDFAE480E5}" presName="hierRoot1" presStyleCnt="0"/>
      <dgm:spPr/>
    </dgm:pt>
    <dgm:pt modelId="{0D5B69CA-5A62-4EBF-873B-3CE8D8EFB585}" type="pres">
      <dgm:prSet presAssocID="{446214D1-DC1C-478E-9A50-98FDFAE480E5}" presName="composite" presStyleCnt="0"/>
      <dgm:spPr/>
    </dgm:pt>
    <dgm:pt modelId="{26091814-739E-4021-BEC2-C012B3E4C4B9}" type="pres">
      <dgm:prSet presAssocID="{446214D1-DC1C-478E-9A50-98FDFAE480E5}" presName="background" presStyleLbl="node0" presStyleIdx="0" presStyleCnt="3"/>
      <dgm:spPr/>
    </dgm:pt>
    <dgm:pt modelId="{514AE115-4D74-405D-91D0-EBA7B97DCC10}" type="pres">
      <dgm:prSet presAssocID="{446214D1-DC1C-478E-9A50-98FDFAE480E5}" presName="text" presStyleLbl="fgAcc0" presStyleIdx="0" presStyleCnt="3">
        <dgm:presLayoutVars>
          <dgm:chPref val="3"/>
        </dgm:presLayoutVars>
      </dgm:prSet>
      <dgm:spPr/>
    </dgm:pt>
    <dgm:pt modelId="{90D16F83-770C-4200-8BC8-4EDB546107A8}" type="pres">
      <dgm:prSet presAssocID="{446214D1-DC1C-478E-9A50-98FDFAE480E5}" presName="hierChild2" presStyleCnt="0"/>
      <dgm:spPr/>
    </dgm:pt>
    <dgm:pt modelId="{3EEB9A2C-CE6E-4A37-AC48-4F115F2DEE76}" type="pres">
      <dgm:prSet presAssocID="{50E79EB3-71CD-463E-8C21-50D09D7521BE}" presName="hierRoot1" presStyleCnt="0"/>
      <dgm:spPr/>
    </dgm:pt>
    <dgm:pt modelId="{9F27927D-4875-4877-BD41-33C884163A3A}" type="pres">
      <dgm:prSet presAssocID="{50E79EB3-71CD-463E-8C21-50D09D7521BE}" presName="composite" presStyleCnt="0"/>
      <dgm:spPr/>
    </dgm:pt>
    <dgm:pt modelId="{E4C83E2D-4C24-4C99-ACE0-461045F31D85}" type="pres">
      <dgm:prSet presAssocID="{50E79EB3-71CD-463E-8C21-50D09D7521BE}" presName="background" presStyleLbl="node0" presStyleIdx="1" presStyleCnt="3"/>
      <dgm:spPr/>
    </dgm:pt>
    <dgm:pt modelId="{99103525-F2D3-48CC-90A0-61C7BE75A3DC}" type="pres">
      <dgm:prSet presAssocID="{50E79EB3-71CD-463E-8C21-50D09D7521BE}" presName="text" presStyleLbl="fgAcc0" presStyleIdx="1" presStyleCnt="3">
        <dgm:presLayoutVars>
          <dgm:chPref val="3"/>
        </dgm:presLayoutVars>
      </dgm:prSet>
      <dgm:spPr/>
    </dgm:pt>
    <dgm:pt modelId="{D92D9933-2631-471D-9294-35498A52C6A2}" type="pres">
      <dgm:prSet presAssocID="{50E79EB3-71CD-463E-8C21-50D09D7521BE}" presName="hierChild2" presStyleCnt="0"/>
      <dgm:spPr/>
    </dgm:pt>
    <dgm:pt modelId="{0BE52C7D-6297-45AD-B604-ACD8020FF181}" type="pres">
      <dgm:prSet presAssocID="{DB1D7312-7B83-493E-85C1-D2B05EE6F38F}" presName="hierRoot1" presStyleCnt="0"/>
      <dgm:spPr/>
    </dgm:pt>
    <dgm:pt modelId="{3D4F686D-522D-4095-A75A-3B62AEC6B5BF}" type="pres">
      <dgm:prSet presAssocID="{DB1D7312-7B83-493E-85C1-D2B05EE6F38F}" presName="composite" presStyleCnt="0"/>
      <dgm:spPr/>
    </dgm:pt>
    <dgm:pt modelId="{80EADCAB-B9BD-4CA5-9D4E-93C71AA6134B}" type="pres">
      <dgm:prSet presAssocID="{DB1D7312-7B83-493E-85C1-D2B05EE6F38F}" presName="background" presStyleLbl="node0" presStyleIdx="2" presStyleCnt="3"/>
      <dgm:spPr/>
    </dgm:pt>
    <dgm:pt modelId="{19699F7F-CFFE-4D5A-AC0E-8BD01A8A6446}" type="pres">
      <dgm:prSet presAssocID="{DB1D7312-7B83-493E-85C1-D2B05EE6F38F}" presName="text" presStyleLbl="fgAcc0" presStyleIdx="2" presStyleCnt="3">
        <dgm:presLayoutVars>
          <dgm:chPref val="3"/>
        </dgm:presLayoutVars>
      </dgm:prSet>
      <dgm:spPr/>
    </dgm:pt>
    <dgm:pt modelId="{9AF31869-8104-4894-976F-1F0804485791}" type="pres">
      <dgm:prSet presAssocID="{DB1D7312-7B83-493E-85C1-D2B05EE6F38F}" presName="hierChild2" presStyleCnt="0"/>
      <dgm:spPr/>
    </dgm:pt>
  </dgm:ptLst>
  <dgm:cxnLst>
    <dgm:cxn modelId="{8D4AB70A-FCAC-4B6E-83E6-752A3AC1C0EA}" type="presOf" srcId="{50E79EB3-71CD-463E-8C21-50D09D7521BE}" destId="{99103525-F2D3-48CC-90A0-61C7BE75A3DC}" srcOrd="0" destOrd="0" presId="urn:microsoft.com/office/officeart/2005/8/layout/hierarchy1"/>
    <dgm:cxn modelId="{D0A560AF-66B8-4CCC-B9FA-C8A251777ABF}" srcId="{9B05317C-6B28-45BD-9AC8-15FDD62CD58E}" destId="{DB1D7312-7B83-493E-85C1-D2B05EE6F38F}" srcOrd="2" destOrd="0" parTransId="{836E83B5-868C-4239-A66F-BB411D79503D}" sibTransId="{D4A20295-59C3-463B-9531-D2713923D780}"/>
    <dgm:cxn modelId="{92FAE3B1-005C-489C-90F5-ACFDE2C826BA}" type="presOf" srcId="{DB1D7312-7B83-493E-85C1-D2B05EE6F38F}" destId="{19699F7F-CFFE-4D5A-AC0E-8BD01A8A6446}" srcOrd="0" destOrd="0" presId="urn:microsoft.com/office/officeart/2005/8/layout/hierarchy1"/>
    <dgm:cxn modelId="{DFFC86CC-4585-4A31-903B-26CDDD100543}" srcId="{9B05317C-6B28-45BD-9AC8-15FDD62CD58E}" destId="{446214D1-DC1C-478E-9A50-98FDFAE480E5}" srcOrd="0" destOrd="0" parTransId="{9DB27D62-64B4-4B73-BB09-9441870BB505}" sibTransId="{D907313A-0D1F-4171-B497-C303E51483C1}"/>
    <dgm:cxn modelId="{7AF448EA-F90E-4CC2-B588-7067060B7698}" type="presOf" srcId="{9B05317C-6B28-45BD-9AC8-15FDD62CD58E}" destId="{68C49D7A-BBFF-464C-918B-908EF01B2866}" srcOrd="0" destOrd="0" presId="urn:microsoft.com/office/officeart/2005/8/layout/hierarchy1"/>
    <dgm:cxn modelId="{C9E6E7EE-8900-4787-B6B7-E96DA9FE0950}" type="presOf" srcId="{446214D1-DC1C-478E-9A50-98FDFAE480E5}" destId="{514AE115-4D74-405D-91D0-EBA7B97DCC10}" srcOrd="0" destOrd="0" presId="urn:microsoft.com/office/officeart/2005/8/layout/hierarchy1"/>
    <dgm:cxn modelId="{63E02BEF-CA6C-4468-BA67-5DCF50CAD949}" srcId="{9B05317C-6B28-45BD-9AC8-15FDD62CD58E}" destId="{50E79EB3-71CD-463E-8C21-50D09D7521BE}" srcOrd="1" destOrd="0" parTransId="{C97E1BEC-1345-42A2-AAD6-37564F15B5BF}" sibTransId="{38B0F9CD-3473-4680-A3C0-53780C4DE90B}"/>
    <dgm:cxn modelId="{F9252893-1856-4046-B1BC-719666FFA35F}" type="presParOf" srcId="{68C49D7A-BBFF-464C-918B-908EF01B2866}" destId="{70CA7686-97F7-4F0A-8CC5-EF15E2FE3985}" srcOrd="0" destOrd="0" presId="urn:microsoft.com/office/officeart/2005/8/layout/hierarchy1"/>
    <dgm:cxn modelId="{F2AC926B-2AEF-4C47-95A4-664C233A37FA}" type="presParOf" srcId="{70CA7686-97F7-4F0A-8CC5-EF15E2FE3985}" destId="{0D5B69CA-5A62-4EBF-873B-3CE8D8EFB585}" srcOrd="0" destOrd="0" presId="urn:microsoft.com/office/officeart/2005/8/layout/hierarchy1"/>
    <dgm:cxn modelId="{13138253-3B39-44BA-B504-538A2B8516A9}" type="presParOf" srcId="{0D5B69CA-5A62-4EBF-873B-3CE8D8EFB585}" destId="{26091814-739E-4021-BEC2-C012B3E4C4B9}" srcOrd="0" destOrd="0" presId="urn:microsoft.com/office/officeart/2005/8/layout/hierarchy1"/>
    <dgm:cxn modelId="{E72DC5F8-72B5-4CCF-A21C-F7624D327AF1}" type="presParOf" srcId="{0D5B69CA-5A62-4EBF-873B-3CE8D8EFB585}" destId="{514AE115-4D74-405D-91D0-EBA7B97DCC10}" srcOrd="1" destOrd="0" presId="urn:microsoft.com/office/officeart/2005/8/layout/hierarchy1"/>
    <dgm:cxn modelId="{C176FE85-9433-494C-B634-3EDECDF8F486}" type="presParOf" srcId="{70CA7686-97F7-4F0A-8CC5-EF15E2FE3985}" destId="{90D16F83-770C-4200-8BC8-4EDB546107A8}" srcOrd="1" destOrd="0" presId="urn:microsoft.com/office/officeart/2005/8/layout/hierarchy1"/>
    <dgm:cxn modelId="{5DB72524-78C8-46DA-B176-969AAC29C800}" type="presParOf" srcId="{68C49D7A-BBFF-464C-918B-908EF01B2866}" destId="{3EEB9A2C-CE6E-4A37-AC48-4F115F2DEE76}" srcOrd="1" destOrd="0" presId="urn:microsoft.com/office/officeart/2005/8/layout/hierarchy1"/>
    <dgm:cxn modelId="{C817191F-512F-4C89-80E1-D62CB1940223}" type="presParOf" srcId="{3EEB9A2C-CE6E-4A37-AC48-4F115F2DEE76}" destId="{9F27927D-4875-4877-BD41-33C884163A3A}" srcOrd="0" destOrd="0" presId="urn:microsoft.com/office/officeart/2005/8/layout/hierarchy1"/>
    <dgm:cxn modelId="{EEF6FCE7-1A77-4526-B5DF-302EB60207B6}" type="presParOf" srcId="{9F27927D-4875-4877-BD41-33C884163A3A}" destId="{E4C83E2D-4C24-4C99-ACE0-461045F31D85}" srcOrd="0" destOrd="0" presId="urn:microsoft.com/office/officeart/2005/8/layout/hierarchy1"/>
    <dgm:cxn modelId="{6A8B6CA5-A5BC-4CE2-98EE-6AA4683CDDA6}" type="presParOf" srcId="{9F27927D-4875-4877-BD41-33C884163A3A}" destId="{99103525-F2D3-48CC-90A0-61C7BE75A3DC}" srcOrd="1" destOrd="0" presId="urn:microsoft.com/office/officeart/2005/8/layout/hierarchy1"/>
    <dgm:cxn modelId="{2969EFA1-558E-453D-AB11-0379C465E46B}" type="presParOf" srcId="{3EEB9A2C-CE6E-4A37-AC48-4F115F2DEE76}" destId="{D92D9933-2631-471D-9294-35498A52C6A2}" srcOrd="1" destOrd="0" presId="urn:microsoft.com/office/officeart/2005/8/layout/hierarchy1"/>
    <dgm:cxn modelId="{846E4ADF-64AB-47BE-9D48-E7F7B9E5389D}" type="presParOf" srcId="{68C49D7A-BBFF-464C-918B-908EF01B2866}" destId="{0BE52C7D-6297-45AD-B604-ACD8020FF181}" srcOrd="2" destOrd="0" presId="urn:microsoft.com/office/officeart/2005/8/layout/hierarchy1"/>
    <dgm:cxn modelId="{674FFA45-542E-469B-A095-019D1698CAC8}" type="presParOf" srcId="{0BE52C7D-6297-45AD-B604-ACD8020FF181}" destId="{3D4F686D-522D-4095-A75A-3B62AEC6B5BF}" srcOrd="0" destOrd="0" presId="urn:microsoft.com/office/officeart/2005/8/layout/hierarchy1"/>
    <dgm:cxn modelId="{5E8E741A-9AA9-449D-99F3-CBC733F40DEC}" type="presParOf" srcId="{3D4F686D-522D-4095-A75A-3B62AEC6B5BF}" destId="{80EADCAB-B9BD-4CA5-9D4E-93C71AA6134B}" srcOrd="0" destOrd="0" presId="urn:microsoft.com/office/officeart/2005/8/layout/hierarchy1"/>
    <dgm:cxn modelId="{6550EB1F-B5DE-4FFF-A470-6DA66CFE64A3}" type="presParOf" srcId="{3D4F686D-522D-4095-A75A-3B62AEC6B5BF}" destId="{19699F7F-CFFE-4D5A-AC0E-8BD01A8A6446}" srcOrd="1" destOrd="0" presId="urn:microsoft.com/office/officeart/2005/8/layout/hierarchy1"/>
    <dgm:cxn modelId="{93B2F328-1E7E-4825-9E79-2E9CE3D44AFA}" type="presParOf" srcId="{0BE52C7D-6297-45AD-B604-ACD8020FF181}" destId="{9AF31869-8104-4894-976F-1F08044857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164D55C-03F3-436E-8EBC-16A5722F2FC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AB67F60-DF77-4AE1-8A81-FFFE6B25FA63}">
      <dgm:prSet/>
      <dgm:spPr/>
      <dgm:t>
        <a:bodyPr/>
        <a:lstStyle/>
        <a:p>
          <a:r>
            <a:rPr lang="ro-RO" b="0" i="0" baseline="0"/>
            <a:t>Mesaj structurat automat</a:t>
          </a:r>
          <a:endParaRPr lang="en-US"/>
        </a:p>
      </dgm:t>
    </dgm:pt>
    <dgm:pt modelId="{4C602936-3E3E-4563-86D8-2E5C47837BC1}" type="parTrans" cxnId="{246EF7BD-88DC-41F8-BCD9-A1E4CA971DAE}">
      <dgm:prSet/>
      <dgm:spPr/>
      <dgm:t>
        <a:bodyPr/>
        <a:lstStyle/>
        <a:p>
          <a:endParaRPr lang="en-US"/>
        </a:p>
      </dgm:t>
    </dgm:pt>
    <dgm:pt modelId="{42179B04-9378-47E7-813C-2FA9878B6D8C}" type="sibTrans" cxnId="{246EF7BD-88DC-41F8-BCD9-A1E4CA971DAE}">
      <dgm:prSet/>
      <dgm:spPr/>
      <dgm:t>
        <a:bodyPr/>
        <a:lstStyle/>
        <a:p>
          <a:endParaRPr lang="en-US"/>
        </a:p>
      </dgm:t>
    </dgm:pt>
    <dgm:pt modelId="{464772FB-9EC3-4421-B834-C9891C1634DF}">
      <dgm:prSet/>
      <dgm:spPr/>
      <dgm:t>
        <a:bodyPr/>
        <a:lstStyle/>
        <a:p>
          <a:r>
            <a:rPr lang="ro-RO" b="0" i="0" baseline="0"/>
            <a:t>Alertă Telegram / Discord</a:t>
          </a:r>
          <a:endParaRPr lang="en-US"/>
        </a:p>
      </dgm:t>
    </dgm:pt>
    <dgm:pt modelId="{E5557AFC-3DF6-4FE4-99F5-CF3DF9D781C4}" type="parTrans" cxnId="{3FD87221-980B-47E3-942B-74982D71FAC1}">
      <dgm:prSet/>
      <dgm:spPr/>
      <dgm:t>
        <a:bodyPr/>
        <a:lstStyle/>
        <a:p>
          <a:endParaRPr lang="en-US"/>
        </a:p>
      </dgm:t>
    </dgm:pt>
    <dgm:pt modelId="{E79C199D-7D25-488C-B718-32C0EEC618DE}" type="sibTrans" cxnId="{3FD87221-980B-47E3-942B-74982D71FAC1}">
      <dgm:prSet/>
      <dgm:spPr/>
      <dgm:t>
        <a:bodyPr/>
        <a:lstStyle/>
        <a:p>
          <a:endParaRPr lang="en-US"/>
        </a:p>
      </dgm:t>
    </dgm:pt>
    <dgm:pt modelId="{D0921214-768A-4F89-A81F-07151FED3121}">
      <dgm:prSet/>
      <dgm:spPr/>
      <dgm:t>
        <a:bodyPr/>
        <a:lstStyle/>
        <a:p>
          <a:r>
            <a:rPr lang="ro-RO" b="0" i="0" baseline="0"/>
            <a:t>Raport zilnic acțiuni</a:t>
          </a:r>
          <a:endParaRPr lang="en-US"/>
        </a:p>
      </dgm:t>
    </dgm:pt>
    <dgm:pt modelId="{6E860B78-9CC9-4178-B5A9-D453274B79A7}" type="parTrans" cxnId="{1A7545AB-B016-4029-9B27-DF894E730872}">
      <dgm:prSet/>
      <dgm:spPr/>
      <dgm:t>
        <a:bodyPr/>
        <a:lstStyle/>
        <a:p>
          <a:endParaRPr lang="en-US"/>
        </a:p>
      </dgm:t>
    </dgm:pt>
    <dgm:pt modelId="{E5CE232D-40F3-40E6-A39C-3CDC0EE9EF44}" type="sibTrans" cxnId="{1A7545AB-B016-4029-9B27-DF894E730872}">
      <dgm:prSet/>
      <dgm:spPr/>
      <dgm:t>
        <a:bodyPr/>
        <a:lstStyle/>
        <a:p>
          <a:endParaRPr lang="en-US"/>
        </a:p>
      </dgm:t>
    </dgm:pt>
    <dgm:pt modelId="{CB2ACC1F-ADD9-42E2-BFCC-4F1E2DBFC6CC}" type="pres">
      <dgm:prSet presAssocID="{4164D55C-03F3-436E-8EBC-16A5722F2F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7E10B6-400A-4B50-AB32-D74419976343}" type="pres">
      <dgm:prSet presAssocID="{CAB67F60-DF77-4AE1-8A81-FFFE6B25FA63}" presName="hierRoot1" presStyleCnt="0"/>
      <dgm:spPr/>
    </dgm:pt>
    <dgm:pt modelId="{87867E5D-1486-415C-83F7-3DE6612FC3EC}" type="pres">
      <dgm:prSet presAssocID="{CAB67F60-DF77-4AE1-8A81-FFFE6B25FA63}" presName="composite" presStyleCnt="0"/>
      <dgm:spPr/>
    </dgm:pt>
    <dgm:pt modelId="{01B31341-69AE-4C69-B310-10112505E153}" type="pres">
      <dgm:prSet presAssocID="{CAB67F60-DF77-4AE1-8A81-FFFE6B25FA63}" presName="background" presStyleLbl="node0" presStyleIdx="0" presStyleCnt="3"/>
      <dgm:spPr/>
    </dgm:pt>
    <dgm:pt modelId="{FEB18615-B30F-44C2-A0CC-9B8D4D9464C8}" type="pres">
      <dgm:prSet presAssocID="{CAB67F60-DF77-4AE1-8A81-FFFE6B25FA63}" presName="text" presStyleLbl="fgAcc0" presStyleIdx="0" presStyleCnt="3">
        <dgm:presLayoutVars>
          <dgm:chPref val="3"/>
        </dgm:presLayoutVars>
      </dgm:prSet>
      <dgm:spPr/>
    </dgm:pt>
    <dgm:pt modelId="{D278C658-356C-498E-9300-5F2E3C454683}" type="pres">
      <dgm:prSet presAssocID="{CAB67F60-DF77-4AE1-8A81-FFFE6B25FA63}" presName="hierChild2" presStyleCnt="0"/>
      <dgm:spPr/>
    </dgm:pt>
    <dgm:pt modelId="{D9E8BBD0-023D-4B73-90F4-65416D7B4C4E}" type="pres">
      <dgm:prSet presAssocID="{464772FB-9EC3-4421-B834-C9891C1634DF}" presName="hierRoot1" presStyleCnt="0"/>
      <dgm:spPr/>
    </dgm:pt>
    <dgm:pt modelId="{088BC777-1B5E-4521-BC15-816D9D2160E3}" type="pres">
      <dgm:prSet presAssocID="{464772FB-9EC3-4421-B834-C9891C1634DF}" presName="composite" presStyleCnt="0"/>
      <dgm:spPr/>
    </dgm:pt>
    <dgm:pt modelId="{8FDA7F29-37E6-4734-86BB-FFB72578650D}" type="pres">
      <dgm:prSet presAssocID="{464772FB-9EC3-4421-B834-C9891C1634DF}" presName="background" presStyleLbl="node0" presStyleIdx="1" presStyleCnt="3"/>
      <dgm:spPr/>
    </dgm:pt>
    <dgm:pt modelId="{909FCD4B-9F87-4AEB-99A3-4BF1BF6EDA6C}" type="pres">
      <dgm:prSet presAssocID="{464772FB-9EC3-4421-B834-C9891C1634DF}" presName="text" presStyleLbl="fgAcc0" presStyleIdx="1" presStyleCnt="3">
        <dgm:presLayoutVars>
          <dgm:chPref val="3"/>
        </dgm:presLayoutVars>
      </dgm:prSet>
      <dgm:spPr/>
    </dgm:pt>
    <dgm:pt modelId="{5DD7392D-FBEB-43F1-A1F4-BBBABFC87581}" type="pres">
      <dgm:prSet presAssocID="{464772FB-9EC3-4421-B834-C9891C1634DF}" presName="hierChild2" presStyleCnt="0"/>
      <dgm:spPr/>
    </dgm:pt>
    <dgm:pt modelId="{D0CB4415-84EB-4CD7-A8C3-ADB512919C82}" type="pres">
      <dgm:prSet presAssocID="{D0921214-768A-4F89-A81F-07151FED3121}" presName="hierRoot1" presStyleCnt="0"/>
      <dgm:spPr/>
    </dgm:pt>
    <dgm:pt modelId="{BA7B5CCE-350B-4AAD-BFF0-AF0B1D4B9C25}" type="pres">
      <dgm:prSet presAssocID="{D0921214-768A-4F89-A81F-07151FED3121}" presName="composite" presStyleCnt="0"/>
      <dgm:spPr/>
    </dgm:pt>
    <dgm:pt modelId="{E9D779F8-2F9D-4A71-B1BA-20D54A79FF82}" type="pres">
      <dgm:prSet presAssocID="{D0921214-768A-4F89-A81F-07151FED3121}" presName="background" presStyleLbl="node0" presStyleIdx="2" presStyleCnt="3"/>
      <dgm:spPr/>
    </dgm:pt>
    <dgm:pt modelId="{CBB110E2-D23A-4C60-BC53-5BBB5A8E1E88}" type="pres">
      <dgm:prSet presAssocID="{D0921214-768A-4F89-A81F-07151FED3121}" presName="text" presStyleLbl="fgAcc0" presStyleIdx="2" presStyleCnt="3">
        <dgm:presLayoutVars>
          <dgm:chPref val="3"/>
        </dgm:presLayoutVars>
      </dgm:prSet>
      <dgm:spPr/>
    </dgm:pt>
    <dgm:pt modelId="{27AD5CC4-5E0D-48BF-987C-B7105B8F6F3F}" type="pres">
      <dgm:prSet presAssocID="{D0921214-768A-4F89-A81F-07151FED3121}" presName="hierChild2" presStyleCnt="0"/>
      <dgm:spPr/>
    </dgm:pt>
  </dgm:ptLst>
  <dgm:cxnLst>
    <dgm:cxn modelId="{3FD87221-980B-47E3-942B-74982D71FAC1}" srcId="{4164D55C-03F3-436E-8EBC-16A5722F2FC3}" destId="{464772FB-9EC3-4421-B834-C9891C1634DF}" srcOrd="1" destOrd="0" parTransId="{E5557AFC-3DF6-4FE4-99F5-CF3DF9D781C4}" sibTransId="{E79C199D-7D25-488C-B718-32C0EEC618DE}"/>
    <dgm:cxn modelId="{741B602D-E4AF-4A2C-BEF4-501F43ADC6C5}" type="presOf" srcId="{CAB67F60-DF77-4AE1-8A81-FFFE6B25FA63}" destId="{FEB18615-B30F-44C2-A0CC-9B8D4D9464C8}" srcOrd="0" destOrd="0" presId="urn:microsoft.com/office/officeart/2005/8/layout/hierarchy1"/>
    <dgm:cxn modelId="{2F3FE97C-993A-406D-B11B-809E15D367BB}" type="presOf" srcId="{4164D55C-03F3-436E-8EBC-16A5722F2FC3}" destId="{CB2ACC1F-ADD9-42E2-BFCC-4F1E2DBFC6CC}" srcOrd="0" destOrd="0" presId="urn:microsoft.com/office/officeart/2005/8/layout/hierarchy1"/>
    <dgm:cxn modelId="{B040799F-1CAD-4854-A84E-DBC47D379747}" type="presOf" srcId="{D0921214-768A-4F89-A81F-07151FED3121}" destId="{CBB110E2-D23A-4C60-BC53-5BBB5A8E1E88}" srcOrd="0" destOrd="0" presId="urn:microsoft.com/office/officeart/2005/8/layout/hierarchy1"/>
    <dgm:cxn modelId="{1A7545AB-B016-4029-9B27-DF894E730872}" srcId="{4164D55C-03F3-436E-8EBC-16A5722F2FC3}" destId="{D0921214-768A-4F89-A81F-07151FED3121}" srcOrd="2" destOrd="0" parTransId="{6E860B78-9CC9-4178-B5A9-D453274B79A7}" sibTransId="{E5CE232D-40F3-40E6-A39C-3CDC0EE9EF44}"/>
    <dgm:cxn modelId="{246EF7BD-88DC-41F8-BCD9-A1E4CA971DAE}" srcId="{4164D55C-03F3-436E-8EBC-16A5722F2FC3}" destId="{CAB67F60-DF77-4AE1-8A81-FFFE6B25FA63}" srcOrd="0" destOrd="0" parTransId="{4C602936-3E3E-4563-86D8-2E5C47837BC1}" sibTransId="{42179B04-9378-47E7-813C-2FA9878B6D8C}"/>
    <dgm:cxn modelId="{C5375EC1-7749-47E6-BC62-D15F553631A4}" type="presOf" srcId="{464772FB-9EC3-4421-B834-C9891C1634DF}" destId="{909FCD4B-9F87-4AEB-99A3-4BF1BF6EDA6C}" srcOrd="0" destOrd="0" presId="urn:microsoft.com/office/officeart/2005/8/layout/hierarchy1"/>
    <dgm:cxn modelId="{2F30D63F-792B-43D7-B452-E3E110C1015F}" type="presParOf" srcId="{CB2ACC1F-ADD9-42E2-BFCC-4F1E2DBFC6CC}" destId="{1E7E10B6-400A-4B50-AB32-D74419976343}" srcOrd="0" destOrd="0" presId="urn:microsoft.com/office/officeart/2005/8/layout/hierarchy1"/>
    <dgm:cxn modelId="{09C4E5DD-D0ED-4EB0-A334-B1C22161C58B}" type="presParOf" srcId="{1E7E10B6-400A-4B50-AB32-D74419976343}" destId="{87867E5D-1486-415C-83F7-3DE6612FC3EC}" srcOrd="0" destOrd="0" presId="urn:microsoft.com/office/officeart/2005/8/layout/hierarchy1"/>
    <dgm:cxn modelId="{2B9286F5-3128-4A4A-8F4B-CDEA916B0E09}" type="presParOf" srcId="{87867E5D-1486-415C-83F7-3DE6612FC3EC}" destId="{01B31341-69AE-4C69-B310-10112505E153}" srcOrd="0" destOrd="0" presId="urn:microsoft.com/office/officeart/2005/8/layout/hierarchy1"/>
    <dgm:cxn modelId="{A5E73740-80DC-4335-959F-73A5ACB928E3}" type="presParOf" srcId="{87867E5D-1486-415C-83F7-3DE6612FC3EC}" destId="{FEB18615-B30F-44C2-A0CC-9B8D4D9464C8}" srcOrd="1" destOrd="0" presId="urn:microsoft.com/office/officeart/2005/8/layout/hierarchy1"/>
    <dgm:cxn modelId="{1C04AD99-FD08-41AA-B20A-5B58B06815A2}" type="presParOf" srcId="{1E7E10B6-400A-4B50-AB32-D74419976343}" destId="{D278C658-356C-498E-9300-5F2E3C454683}" srcOrd="1" destOrd="0" presId="urn:microsoft.com/office/officeart/2005/8/layout/hierarchy1"/>
    <dgm:cxn modelId="{923D13E6-99EC-4EF8-81A6-F21DA1106545}" type="presParOf" srcId="{CB2ACC1F-ADD9-42E2-BFCC-4F1E2DBFC6CC}" destId="{D9E8BBD0-023D-4B73-90F4-65416D7B4C4E}" srcOrd="1" destOrd="0" presId="urn:microsoft.com/office/officeart/2005/8/layout/hierarchy1"/>
    <dgm:cxn modelId="{1C035E5E-2173-43A2-9D84-8C824D2B3066}" type="presParOf" srcId="{D9E8BBD0-023D-4B73-90F4-65416D7B4C4E}" destId="{088BC777-1B5E-4521-BC15-816D9D2160E3}" srcOrd="0" destOrd="0" presId="urn:microsoft.com/office/officeart/2005/8/layout/hierarchy1"/>
    <dgm:cxn modelId="{049AF8CC-DA79-4FBD-AAD2-BAC27487ACEF}" type="presParOf" srcId="{088BC777-1B5E-4521-BC15-816D9D2160E3}" destId="{8FDA7F29-37E6-4734-86BB-FFB72578650D}" srcOrd="0" destOrd="0" presId="urn:microsoft.com/office/officeart/2005/8/layout/hierarchy1"/>
    <dgm:cxn modelId="{97B80F06-9C1B-4512-BFF0-3529F07DFB95}" type="presParOf" srcId="{088BC777-1B5E-4521-BC15-816D9D2160E3}" destId="{909FCD4B-9F87-4AEB-99A3-4BF1BF6EDA6C}" srcOrd="1" destOrd="0" presId="urn:microsoft.com/office/officeart/2005/8/layout/hierarchy1"/>
    <dgm:cxn modelId="{32F7625A-72D5-4698-B967-8F97F6F8985A}" type="presParOf" srcId="{D9E8BBD0-023D-4B73-90F4-65416D7B4C4E}" destId="{5DD7392D-FBEB-43F1-A1F4-BBBABFC87581}" srcOrd="1" destOrd="0" presId="urn:microsoft.com/office/officeart/2005/8/layout/hierarchy1"/>
    <dgm:cxn modelId="{056F1D37-64BC-4F3A-9BFA-92F85EF2E37C}" type="presParOf" srcId="{CB2ACC1F-ADD9-42E2-BFCC-4F1E2DBFC6CC}" destId="{D0CB4415-84EB-4CD7-A8C3-ADB512919C82}" srcOrd="2" destOrd="0" presId="urn:microsoft.com/office/officeart/2005/8/layout/hierarchy1"/>
    <dgm:cxn modelId="{7927C15B-D2A7-4B0F-B421-1E42021747AC}" type="presParOf" srcId="{D0CB4415-84EB-4CD7-A8C3-ADB512919C82}" destId="{BA7B5CCE-350B-4AAD-BFF0-AF0B1D4B9C25}" srcOrd="0" destOrd="0" presId="urn:microsoft.com/office/officeart/2005/8/layout/hierarchy1"/>
    <dgm:cxn modelId="{5D147107-C488-4BBD-B9D7-E46FEDD95ABD}" type="presParOf" srcId="{BA7B5CCE-350B-4AAD-BFF0-AF0B1D4B9C25}" destId="{E9D779F8-2F9D-4A71-B1BA-20D54A79FF82}" srcOrd="0" destOrd="0" presId="urn:microsoft.com/office/officeart/2005/8/layout/hierarchy1"/>
    <dgm:cxn modelId="{6F5543CD-73C7-4CA1-B56F-4FD617F69AA6}" type="presParOf" srcId="{BA7B5CCE-350B-4AAD-BFF0-AF0B1D4B9C25}" destId="{CBB110E2-D23A-4C60-BC53-5BBB5A8E1E88}" srcOrd="1" destOrd="0" presId="urn:microsoft.com/office/officeart/2005/8/layout/hierarchy1"/>
    <dgm:cxn modelId="{C4A14A49-7C28-4319-9131-29EBB1D7D24B}" type="presParOf" srcId="{D0CB4415-84EB-4CD7-A8C3-ADB512919C82}" destId="{27AD5CC4-5E0D-48BF-987C-B7105B8F6F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4CC18F3-553E-484E-8899-2471549B939A}" type="doc">
      <dgm:prSet loTypeId="urn:microsoft.com/office/officeart/2005/8/layout/vProcess5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3CFECD-5C97-4245-B79D-C15821255371}">
      <dgm:prSet/>
      <dgm:spPr/>
      <dgm:t>
        <a:bodyPr/>
        <a:lstStyle/>
        <a:p>
          <a:r>
            <a:rPr lang="ro-RO" b="0" i="0" baseline="0"/>
            <a:t>Analiza manuală este ineficientă</a:t>
          </a:r>
          <a:endParaRPr lang="en-US"/>
        </a:p>
      </dgm:t>
    </dgm:pt>
    <dgm:pt modelId="{899EDB73-755E-4B8C-A989-DFA756793603}" type="parTrans" cxnId="{8708414F-BF68-4382-B3A4-99B391BD86C6}">
      <dgm:prSet/>
      <dgm:spPr/>
      <dgm:t>
        <a:bodyPr/>
        <a:lstStyle/>
        <a:p>
          <a:endParaRPr lang="en-US"/>
        </a:p>
      </dgm:t>
    </dgm:pt>
    <dgm:pt modelId="{531D679A-E3D1-4C3D-94C1-CFADC331A4DB}" type="sibTrans" cxnId="{8708414F-BF68-4382-B3A4-99B391BD86C6}">
      <dgm:prSet/>
      <dgm:spPr/>
      <dgm:t>
        <a:bodyPr/>
        <a:lstStyle/>
        <a:p>
          <a:endParaRPr lang="en-US"/>
        </a:p>
      </dgm:t>
    </dgm:pt>
    <dgm:pt modelId="{A3580BA7-D2E2-42BC-A88E-EBECFAD5B10B}">
      <dgm:prSet/>
      <dgm:spPr/>
      <dgm:t>
        <a:bodyPr/>
        <a:lstStyle/>
        <a:p>
          <a:r>
            <a:rPr lang="ro-RO" b="0" i="0" baseline="0"/>
            <a:t>Datele financiare sunt heterogene</a:t>
          </a:r>
          <a:endParaRPr lang="en-US"/>
        </a:p>
      </dgm:t>
    </dgm:pt>
    <dgm:pt modelId="{B4BE9A28-24E0-403C-B604-6BF4BAD89857}" type="parTrans" cxnId="{9209B5DE-B314-4C83-AD61-47FFFA9BC12B}">
      <dgm:prSet/>
      <dgm:spPr/>
      <dgm:t>
        <a:bodyPr/>
        <a:lstStyle/>
        <a:p>
          <a:endParaRPr lang="en-US"/>
        </a:p>
      </dgm:t>
    </dgm:pt>
    <dgm:pt modelId="{2236FA28-3F41-4D3E-87DE-91B4633FEBA2}" type="sibTrans" cxnId="{9209B5DE-B314-4C83-AD61-47FFFA9BC12B}">
      <dgm:prSet/>
      <dgm:spPr/>
      <dgm:t>
        <a:bodyPr/>
        <a:lstStyle/>
        <a:p>
          <a:endParaRPr lang="en-US"/>
        </a:p>
      </dgm:t>
    </dgm:pt>
    <dgm:pt modelId="{358B78B1-D905-4A8D-B466-371CC74EB9B8}">
      <dgm:prSet/>
      <dgm:spPr/>
      <dgm:t>
        <a:bodyPr/>
        <a:lstStyle/>
        <a:p>
          <a:r>
            <a:rPr lang="ro-RO" b="0" i="0" baseline="0"/>
            <a:t>Modelele AI individuale pot greși</a:t>
          </a:r>
          <a:endParaRPr lang="en-US"/>
        </a:p>
      </dgm:t>
    </dgm:pt>
    <dgm:pt modelId="{469ED45D-B4D7-4835-B24E-285B901BDFA4}" type="parTrans" cxnId="{51CA1E43-FA31-4D86-B308-BCA96FC68A35}">
      <dgm:prSet/>
      <dgm:spPr/>
      <dgm:t>
        <a:bodyPr/>
        <a:lstStyle/>
        <a:p>
          <a:endParaRPr lang="en-US"/>
        </a:p>
      </dgm:t>
    </dgm:pt>
    <dgm:pt modelId="{B0D49C1E-6098-4C0B-B54B-92148B500F5D}" type="sibTrans" cxnId="{51CA1E43-FA31-4D86-B308-BCA96FC68A35}">
      <dgm:prSet/>
      <dgm:spPr/>
      <dgm:t>
        <a:bodyPr/>
        <a:lstStyle/>
        <a:p>
          <a:endParaRPr lang="en-US"/>
        </a:p>
      </dgm:t>
    </dgm:pt>
    <dgm:pt modelId="{215A27B6-7E20-4E69-919C-5E2CCA986E43}">
      <dgm:prSet/>
      <dgm:spPr/>
      <dgm:t>
        <a:bodyPr/>
        <a:lstStyle/>
        <a:p>
          <a:r>
            <a:rPr lang="ro-RO" b="0" i="0" baseline="0"/>
            <a:t>Sentimentul influențează piața</a:t>
          </a:r>
          <a:endParaRPr lang="en-US"/>
        </a:p>
      </dgm:t>
    </dgm:pt>
    <dgm:pt modelId="{36CB5689-799D-4386-A569-CE853DDF02B7}" type="parTrans" cxnId="{CE83A9D4-9BF2-4354-85CB-46AB085C4CD7}">
      <dgm:prSet/>
      <dgm:spPr/>
      <dgm:t>
        <a:bodyPr/>
        <a:lstStyle/>
        <a:p>
          <a:endParaRPr lang="en-US"/>
        </a:p>
      </dgm:t>
    </dgm:pt>
    <dgm:pt modelId="{32DF489B-0876-4DF5-9997-D88097A7746F}" type="sibTrans" cxnId="{CE83A9D4-9BF2-4354-85CB-46AB085C4CD7}">
      <dgm:prSet/>
      <dgm:spPr/>
      <dgm:t>
        <a:bodyPr/>
        <a:lstStyle/>
        <a:p>
          <a:endParaRPr lang="en-US"/>
        </a:p>
      </dgm:t>
    </dgm:pt>
    <dgm:pt modelId="{FC762F33-9459-4E1C-AFDA-066E6DD7A7DE}">
      <dgm:prSet/>
      <dgm:spPr/>
      <dgm:t>
        <a:bodyPr/>
        <a:lstStyle/>
        <a:p>
          <a:r>
            <a:rPr lang="ro-RO" b="0" i="0" baseline="0" dirty="0"/>
            <a:t>Consensul crește acuratețea</a:t>
          </a:r>
          <a:endParaRPr lang="en-US" dirty="0"/>
        </a:p>
      </dgm:t>
    </dgm:pt>
    <dgm:pt modelId="{C663AB93-C810-4697-8CA1-EF2009383391}" type="parTrans" cxnId="{A4071159-B0A1-4F84-AB85-CD8ECCA5E967}">
      <dgm:prSet/>
      <dgm:spPr/>
      <dgm:t>
        <a:bodyPr/>
        <a:lstStyle/>
        <a:p>
          <a:endParaRPr lang="en-US"/>
        </a:p>
      </dgm:t>
    </dgm:pt>
    <dgm:pt modelId="{CFAE581E-B8E7-4842-9D67-79474BC211B3}" type="sibTrans" cxnId="{A4071159-B0A1-4F84-AB85-CD8ECCA5E967}">
      <dgm:prSet/>
      <dgm:spPr/>
      <dgm:t>
        <a:bodyPr/>
        <a:lstStyle/>
        <a:p>
          <a:endParaRPr lang="en-US"/>
        </a:p>
      </dgm:t>
    </dgm:pt>
    <dgm:pt modelId="{1347BAA2-DFE6-40BD-9D92-E6A69BEAD494}" type="pres">
      <dgm:prSet presAssocID="{C4CC18F3-553E-484E-8899-2471549B939A}" presName="outerComposite" presStyleCnt="0">
        <dgm:presLayoutVars>
          <dgm:chMax val="5"/>
          <dgm:dir/>
          <dgm:resizeHandles val="exact"/>
        </dgm:presLayoutVars>
      </dgm:prSet>
      <dgm:spPr/>
    </dgm:pt>
    <dgm:pt modelId="{18EB2742-9FDC-44A4-BBAF-52E72DC021A7}" type="pres">
      <dgm:prSet presAssocID="{C4CC18F3-553E-484E-8899-2471549B939A}" presName="dummyMaxCanvas" presStyleCnt="0">
        <dgm:presLayoutVars/>
      </dgm:prSet>
      <dgm:spPr/>
    </dgm:pt>
    <dgm:pt modelId="{771DE7FD-E4C9-4010-A5B2-993FC3EBF3A4}" type="pres">
      <dgm:prSet presAssocID="{C4CC18F3-553E-484E-8899-2471549B939A}" presName="FiveNodes_1" presStyleLbl="node1" presStyleIdx="0" presStyleCnt="5">
        <dgm:presLayoutVars>
          <dgm:bulletEnabled val="1"/>
        </dgm:presLayoutVars>
      </dgm:prSet>
      <dgm:spPr/>
    </dgm:pt>
    <dgm:pt modelId="{46F29783-E9D6-4F39-B6BE-A49989874B29}" type="pres">
      <dgm:prSet presAssocID="{C4CC18F3-553E-484E-8899-2471549B939A}" presName="FiveNodes_2" presStyleLbl="node1" presStyleIdx="1" presStyleCnt="5">
        <dgm:presLayoutVars>
          <dgm:bulletEnabled val="1"/>
        </dgm:presLayoutVars>
      </dgm:prSet>
      <dgm:spPr/>
    </dgm:pt>
    <dgm:pt modelId="{572330CD-34D1-4FFE-92A1-43C868EB0D8B}" type="pres">
      <dgm:prSet presAssocID="{C4CC18F3-553E-484E-8899-2471549B939A}" presName="FiveNodes_3" presStyleLbl="node1" presStyleIdx="2" presStyleCnt="5">
        <dgm:presLayoutVars>
          <dgm:bulletEnabled val="1"/>
        </dgm:presLayoutVars>
      </dgm:prSet>
      <dgm:spPr/>
    </dgm:pt>
    <dgm:pt modelId="{B0D100C3-A215-4ADE-8F12-2ADE9DACAAFB}" type="pres">
      <dgm:prSet presAssocID="{C4CC18F3-553E-484E-8899-2471549B939A}" presName="FiveNodes_4" presStyleLbl="node1" presStyleIdx="3" presStyleCnt="5">
        <dgm:presLayoutVars>
          <dgm:bulletEnabled val="1"/>
        </dgm:presLayoutVars>
      </dgm:prSet>
      <dgm:spPr/>
    </dgm:pt>
    <dgm:pt modelId="{4413372C-241E-412D-B5E9-FDB3B22E2DE0}" type="pres">
      <dgm:prSet presAssocID="{C4CC18F3-553E-484E-8899-2471549B939A}" presName="FiveNodes_5" presStyleLbl="node1" presStyleIdx="4" presStyleCnt="5">
        <dgm:presLayoutVars>
          <dgm:bulletEnabled val="1"/>
        </dgm:presLayoutVars>
      </dgm:prSet>
      <dgm:spPr/>
    </dgm:pt>
    <dgm:pt modelId="{EB51C485-E859-4A57-9362-918E4EA2BC47}" type="pres">
      <dgm:prSet presAssocID="{C4CC18F3-553E-484E-8899-2471549B939A}" presName="FiveConn_1-2" presStyleLbl="fgAccFollowNode1" presStyleIdx="0" presStyleCnt="4">
        <dgm:presLayoutVars>
          <dgm:bulletEnabled val="1"/>
        </dgm:presLayoutVars>
      </dgm:prSet>
      <dgm:spPr/>
    </dgm:pt>
    <dgm:pt modelId="{EA309FC7-16D2-4BF9-AB1C-B1ACF417EF54}" type="pres">
      <dgm:prSet presAssocID="{C4CC18F3-553E-484E-8899-2471549B939A}" presName="FiveConn_2-3" presStyleLbl="fgAccFollowNode1" presStyleIdx="1" presStyleCnt="4">
        <dgm:presLayoutVars>
          <dgm:bulletEnabled val="1"/>
        </dgm:presLayoutVars>
      </dgm:prSet>
      <dgm:spPr/>
    </dgm:pt>
    <dgm:pt modelId="{26E904AE-C276-422B-BE9C-2823BFCA9991}" type="pres">
      <dgm:prSet presAssocID="{C4CC18F3-553E-484E-8899-2471549B939A}" presName="FiveConn_3-4" presStyleLbl="fgAccFollowNode1" presStyleIdx="2" presStyleCnt="4">
        <dgm:presLayoutVars>
          <dgm:bulletEnabled val="1"/>
        </dgm:presLayoutVars>
      </dgm:prSet>
      <dgm:spPr/>
    </dgm:pt>
    <dgm:pt modelId="{9BB13F65-38F3-4A1B-9282-80E1F4028743}" type="pres">
      <dgm:prSet presAssocID="{C4CC18F3-553E-484E-8899-2471549B939A}" presName="FiveConn_4-5" presStyleLbl="fgAccFollowNode1" presStyleIdx="3" presStyleCnt="4">
        <dgm:presLayoutVars>
          <dgm:bulletEnabled val="1"/>
        </dgm:presLayoutVars>
      </dgm:prSet>
      <dgm:spPr/>
    </dgm:pt>
    <dgm:pt modelId="{5B52AE3B-B9BA-43FB-8476-6782DD075301}" type="pres">
      <dgm:prSet presAssocID="{C4CC18F3-553E-484E-8899-2471549B939A}" presName="FiveNodes_1_text" presStyleLbl="node1" presStyleIdx="4" presStyleCnt="5">
        <dgm:presLayoutVars>
          <dgm:bulletEnabled val="1"/>
        </dgm:presLayoutVars>
      </dgm:prSet>
      <dgm:spPr/>
    </dgm:pt>
    <dgm:pt modelId="{88A4F8CC-4099-4915-956E-EBF0F4620E27}" type="pres">
      <dgm:prSet presAssocID="{C4CC18F3-553E-484E-8899-2471549B939A}" presName="FiveNodes_2_text" presStyleLbl="node1" presStyleIdx="4" presStyleCnt="5">
        <dgm:presLayoutVars>
          <dgm:bulletEnabled val="1"/>
        </dgm:presLayoutVars>
      </dgm:prSet>
      <dgm:spPr/>
    </dgm:pt>
    <dgm:pt modelId="{023211BA-C472-4D5C-A89A-4093053E79A3}" type="pres">
      <dgm:prSet presAssocID="{C4CC18F3-553E-484E-8899-2471549B939A}" presName="FiveNodes_3_text" presStyleLbl="node1" presStyleIdx="4" presStyleCnt="5">
        <dgm:presLayoutVars>
          <dgm:bulletEnabled val="1"/>
        </dgm:presLayoutVars>
      </dgm:prSet>
      <dgm:spPr/>
    </dgm:pt>
    <dgm:pt modelId="{71C1BFBA-D35A-4551-A959-D46DE4124096}" type="pres">
      <dgm:prSet presAssocID="{C4CC18F3-553E-484E-8899-2471549B939A}" presName="FiveNodes_4_text" presStyleLbl="node1" presStyleIdx="4" presStyleCnt="5">
        <dgm:presLayoutVars>
          <dgm:bulletEnabled val="1"/>
        </dgm:presLayoutVars>
      </dgm:prSet>
      <dgm:spPr/>
    </dgm:pt>
    <dgm:pt modelId="{9CD231FA-2C1C-44A2-A7FA-788E651263A5}" type="pres">
      <dgm:prSet presAssocID="{C4CC18F3-553E-484E-8899-2471549B939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1CA3B03-039B-4669-BBE4-13697483A9BB}" type="presOf" srcId="{A3580BA7-D2E2-42BC-A88E-EBECFAD5B10B}" destId="{46F29783-E9D6-4F39-B6BE-A49989874B29}" srcOrd="0" destOrd="0" presId="urn:microsoft.com/office/officeart/2005/8/layout/vProcess5"/>
    <dgm:cxn modelId="{C8C38A12-A5D3-467A-97F3-698B02E1491C}" type="presOf" srcId="{32DF489B-0876-4DF5-9997-D88097A7746F}" destId="{9BB13F65-38F3-4A1B-9282-80E1F4028743}" srcOrd="0" destOrd="0" presId="urn:microsoft.com/office/officeart/2005/8/layout/vProcess5"/>
    <dgm:cxn modelId="{6C25E821-D43E-4403-A29F-16911D41577E}" type="presOf" srcId="{FC762F33-9459-4E1C-AFDA-066E6DD7A7DE}" destId="{4413372C-241E-412D-B5E9-FDB3B22E2DE0}" srcOrd="0" destOrd="0" presId="urn:microsoft.com/office/officeart/2005/8/layout/vProcess5"/>
    <dgm:cxn modelId="{A5848C2A-0C61-4C9E-91E3-64BF8D8E7117}" type="presOf" srcId="{358B78B1-D905-4A8D-B466-371CC74EB9B8}" destId="{023211BA-C472-4D5C-A89A-4093053E79A3}" srcOrd="1" destOrd="0" presId="urn:microsoft.com/office/officeart/2005/8/layout/vProcess5"/>
    <dgm:cxn modelId="{78C39330-5732-4224-9216-AE84AB3F0140}" type="presOf" srcId="{358B78B1-D905-4A8D-B466-371CC74EB9B8}" destId="{572330CD-34D1-4FFE-92A1-43C868EB0D8B}" srcOrd="0" destOrd="0" presId="urn:microsoft.com/office/officeart/2005/8/layout/vProcess5"/>
    <dgm:cxn modelId="{51CA1E43-FA31-4D86-B308-BCA96FC68A35}" srcId="{C4CC18F3-553E-484E-8899-2471549B939A}" destId="{358B78B1-D905-4A8D-B466-371CC74EB9B8}" srcOrd="2" destOrd="0" parTransId="{469ED45D-B4D7-4835-B24E-285B901BDFA4}" sibTransId="{B0D49C1E-6098-4C0B-B54B-92148B500F5D}"/>
    <dgm:cxn modelId="{6EC06F68-F66A-4238-8DF9-943314575DD3}" type="presOf" srcId="{BB3CFECD-5C97-4245-B79D-C15821255371}" destId="{5B52AE3B-B9BA-43FB-8476-6782DD075301}" srcOrd="1" destOrd="0" presId="urn:microsoft.com/office/officeart/2005/8/layout/vProcess5"/>
    <dgm:cxn modelId="{8708414F-BF68-4382-B3A4-99B391BD86C6}" srcId="{C4CC18F3-553E-484E-8899-2471549B939A}" destId="{BB3CFECD-5C97-4245-B79D-C15821255371}" srcOrd="0" destOrd="0" parTransId="{899EDB73-755E-4B8C-A989-DFA756793603}" sibTransId="{531D679A-E3D1-4C3D-94C1-CFADC331A4DB}"/>
    <dgm:cxn modelId="{9B196550-A006-44CE-BF59-E8C8D3EE9D03}" type="presOf" srcId="{B0D49C1E-6098-4C0B-B54B-92148B500F5D}" destId="{26E904AE-C276-422B-BE9C-2823BFCA9991}" srcOrd="0" destOrd="0" presId="urn:microsoft.com/office/officeart/2005/8/layout/vProcess5"/>
    <dgm:cxn modelId="{17DBA353-4F94-4162-BE73-E2D176E35B46}" type="presOf" srcId="{FC762F33-9459-4E1C-AFDA-066E6DD7A7DE}" destId="{9CD231FA-2C1C-44A2-A7FA-788E651263A5}" srcOrd="1" destOrd="0" presId="urn:microsoft.com/office/officeart/2005/8/layout/vProcess5"/>
    <dgm:cxn modelId="{BE13A453-BDD5-4F81-B018-4DCE29940395}" type="presOf" srcId="{C4CC18F3-553E-484E-8899-2471549B939A}" destId="{1347BAA2-DFE6-40BD-9D92-E6A69BEAD494}" srcOrd="0" destOrd="0" presId="urn:microsoft.com/office/officeart/2005/8/layout/vProcess5"/>
    <dgm:cxn modelId="{A4071159-B0A1-4F84-AB85-CD8ECCA5E967}" srcId="{C4CC18F3-553E-484E-8899-2471549B939A}" destId="{FC762F33-9459-4E1C-AFDA-066E6DD7A7DE}" srcOrd="4" destOrd="0" parTransId="{C663AB93-C810-4697-8CA1-EF2009383391}" sibTransId="{CFAE581E-B8E7-4842-9D67-79474BC211B3}"/>
    <dgm:cxn modelId="{A273AA59-6286-4023-BE40-D64C381D0BC8}" type="presOf" srcId="{A3580BA7-D2E2-42BC-A88E-EBECFAD5B10B}" destId="{88A4F8CC-4099-4915-956E-EBF0F4620E27}" srcOrd="1" destOrd="0" presId="urn:microsoft.com/office/officeart/2005/8/layout/vProcess5"/>
    <dgm:cxn modelId="{96CEDA8E-06A1-40E1-97A7-3C2F237FF724}" type="presOf" srcId="{215A27B6-7E20-4E69-919C-5E2CCA986E43}" destId="{B0D100C3-A215-4ADE-8F12-2ADE9DACAAFB}" srcOrd="0" destOrd="0" presId="urn:microsoft.com/office/officeart/2005/8/layout/vProcess5"/>
    <dgm:cxn modelId="{55398C90-EA36-431C-8CEC-D4721DFE77D0}" type="presOf" srcId="{531D679A-E3D1-4C3D-94C1-CFADC331A4DB}" destId="{EB51C485-E859-4A57-9362-918E4EA2BC47}" srcOrd="0" destOrd="0" presId="urn:microsoft.com/office/officeart/2005/8/layout/vProcess5"/>
    <dgm:cxn modelId="{3FD06592-AB19-4D7F-9074-75C60C2A37EA}" type="presOf" srcId="{2236FA28-3F41-4D3E-87DE-91B4633FEBA2}" destId="{EA309FC7-16D2-4BF9-AB1C-B1ACF417EF54}" srcOrd="0" destOrd="0" presId="urn:microsoft.com/office/officeart/2005/8/layout/vProcess5"/>
    <dgm:cxn modelId="{020711B0-D57E-481B-A47D-EACBD5930082}" type="presOf" srcId="{215A27B6-7E20-4E69-919C-5E2CCA986E43}" destId="{71C1BFBA-D35A-4551-A959-D46DE4124096}" srcOrd="1" destOrd="0" presId="urn:microsoft.com/office/officeart/2005/8/layout/vProcess5"/>
    <dgm:cxn modelId="{CE83A9D4-9BF2-4354-85CB-46AB085C4CD7}" srcId="{C4CC18F3-553E-484E-8899-2471549B939A}" destId="{215A27B6-7E20-4E69-919C-5E2CCA986E43}" srcOrd="3" destOrd="0" parTransId="{36CB5689-799D-4386-A569-CE853DDF02B7}" sibTransId="{32DF489B-0876-4DF5-9997-D88097A7746F}"/>
    <dgm:cxn modelId="{9209B5DE-B314-4C83-AD61-47FFFA9BC12B}" srcId="{C4CC18F3-553E-484E-8899-2471549B939A}" destId="{A3580BA7-D2E2-42BC-A88E-EBECFAD5B10B}" srcOrd="1" destOrd="0" parTransId="{B4BE9A28-24E0-403C-B604-6BF4BAD89857}" sibTransId="{2236FA28-3F41-4D3E-87DE-91B4633FEBA2}"/>
    <dgm:cxn modelId="{8B245BE0-5DDC-4E43-A4E0-5F7A010638B5}" type="presOf" srcId="{BB3CFECD-5C97-4245-B79D-C15821255371}" destId="{771DE7FD-E4C9-4010-A5B2-993FC3EBF3A4}" srcOrd="0" destOrd="0" presId="urn:microsoft.com/office/officeart/2005/8/layout/vProcess5"/>
    <dgm:cxn modelId="{71B149F8-5750-4367-BB26-24935481EF0A}" type="presParOf" srcId="{1347BAA2-DFE6-40BD-9D92-E6A69BEAD494}" destId="{18EB2742-9FDC-44A4-BBAF-52E72DC021A7}" srcOrd="0" destOrd="0" presId="urn:microsoft.com/office/officeart/2005/8/layout/vProcess5"/>
    <dgm:cxn modelId="{C114DBB4-6CE0-479A-9AD5-2EBD0FDEE163}" type="presParOf" srcId="{1347BAA2-DFE6-40BD-9D92-E6A69BEAD494}" destId="{771DE7FD-E4C9-4010-A5B2-993FC3EBF3A4}" srcOrd="1" destOrd="0" presId="urn:microsoft.com/office/officeart/2005/8/layout/vProcess5"/>
    <dgm:cxn modelId="{64527977-E036-473D-B9B0-A3072C6D3979}" type="presParOf" srcId="{1347BAA2-DFE6-40BD-9D92-E6A69BEAD494}" destId="{46F29783-E9D6-4F39-B6BE-A49989874B29}" srcOrd="2" destOrd="0" presId="urn:microsoft.com/office/officeart/2005/8/layout/vProcess5"/>
    <dgm:cxn modelId="{68871BFD-333B-4E92-9C5C-E7005CC66D91}" type="presParOf" srcId="{1347BAA2-DFE6-40BD-9D92-E6A69BEAD494}" destId="{572330CD-34D1-4FFE-92A1-43C868EB0D8B}" srcOrd="3" destOrd="0" presId="urn:microsoft.com/office/officeart/2005/8/layout/vProcess5"/>
    <dgm:cxn modelId="{BCC8412D-6B43-4E3A-BEF6-34A845725E17}" type="presParOf" srcId="{1347BAA2-DFE6-40BD-9D92-E6A69BEAD494}" destId="{B0D100C3-A215-4ADE-8F12-2ADE9DACAAFB}" srcOrd="4" destOrd="0" presId="urn:microsoft.com/office/officeart/2005/8/layout/vProcess5"/>
    <dgm:cxn modelId="{6B8926D2-2CB5-4C70-92AC-FD5C05B44B27}" type="presParOf" srcId="{1347BAA2-DFE6-40BD-9D92-E6A69BEAD494}" destId="{4413372C-241E-412D-B5E9-FDB3B22E2DE0}" srcOrd="5" destOrd="0" presId="urn:microsoft.com/office/officeart/2005/8/layout/vProcess5"/>
    <dgm:cxn modelId="{26913F38-0CCB-46E2-81E1-4B3BBA1AB3E8}" type="presParOf" srcId="{1347BAA2-DFE6-40BD-9D92-E6A69BEAD494}" destId="{EB51C485-E859-4A57-9362-918E4EA2BC47}" srcOrd="6" destOrd="0" presId="urn:microsoft.com/office/officeart/2005/8/layout/vProcess5"/>
    <dgm:cxn modelId="{7A2A36BD-4A49-4A57-AC20-A8680EB5EA89}" type="presParOf" srcId="{1347BAA2-DFE6-40BD-9D92-E6A69BEAD494}" destId="{EA309FC7-16D2-4BF9-AB1C-B1ACF417EF54}" srcOrd="7" destOrd="0" presId="urn:microsoft.com/office/officeart/2005/8/layout/vProcess5"/>
    <dgm:cxn modelId="{7673A66F-15D7-4C63-A854-0F7B2F8F7E4B}" type="presParOf" srcId="{1347BAA2-DFE6-40BD-9D92-E6A69BEAD494}" destId="{26E904AE-C276-422B-BE9C-2823BFCA9991}" srcOrd="8" destOrd="0" presId="urn:microsoft.com/office/officeart/2005/8/layout/vProcess5"/>
    <dgm:cxn modelId="{2FF92437-C1A3-47BE-ACCF-A6F9E85B3A0E}" type="presParOf" srcId="{1347BAA2-DFE6-40BD-9D92-E6A69BEAD494}" destId="{9BB13F65-38F3-4A1B-9282-80E1F4028743}" srcOrd="9" destOrd="0" presId="urn:microsoft.com/office/officeart/2005/8/layout/vProcess5"/>
    <dgm:cxn modelId="{2D413D8F-AC7C-4668-959A-629D70969FA1}" type="presParOf" srcId="{1347BAA2-DFE6-40BD-9D92-E6A69BEAD494}" destId="{5B52AE3B-B9BA-43FB-8476-6782DD075301}" srcOrd="10" destOrd="0" presId="urn:microsoft.com/office/officeart/2005/8/layout/vProcess5"/>
    <dgm:cxn modelId="{7D211DD8-DF83-46D9-909B-ECCF2D1F60CA}" type="presParOf" srcId="{1347BAA2-DFE6-40BD-9D92-E6A69BEAD494}" destId="{88A4F8CC-4099-4915-956E-EBF0F4620E27}" srcOrd="11" destOrd="0" presId="urn:microsoft.com/office/officeart/2005/8/layout/vProcess5"/>
    <dgm:cxn modelId="{ECBD461E-856B-4195-9635-4772FAD452FD}" type="presParOf" srcId="{1347BAA2-DFE6-40BD-9D92-E6A69BEAD494}" destId="{023211BA-C472-4D5C-A89A-4093053E79A3}" srcOrd="12" destOrd="0" presId="urn:microsoft.com/office/officeart/2005/8/layout/vProcess5"/>
    <dgm:cxn modelId="{674B2D27-AECA-4931-93C6-3250D71047C6}" type="presParOf" srcId="{1347BAA2-DFE6-40BD-9D92-E6A69BEAD494}" destId="{71C1BFBA-D35A-4551-A959-D46DE4124096}" srcOrd="13" destOrd="0" presId="urn:microsoft.com/office/officeart/2005/8/layout/vProcess5"/>
    <dgm:cxn modelId="{F1EB315A-1A58-4024-ADBC-915EA24C184E}" type="presParOf" srcId="{1347BAA2-DFE6-40BD-9D92-E6A69BEAD494}" destId="{9CD231FA-2C1C-44A2-A7FA-788E651263A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19367DD-0834-4185-81A8-3F2500467113}" type="doc">
      <dgm:prSet loTypeId="urn:microsoft.com/office/officeart/2005/8/layout/vProcess5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724EB0-6F94-47E6-A45D-39093CE48690}">
      <dgm:prSet/>
      <dgm:spPr/>
      <dgm:t>
        <a:bodyPr/>
        <a:lstStyle/>
        <a:p>
          <a:r>
            <a:rPr lang="ro-RO" b="0" i="0" baseline="0"/>
            <a:t>Necesitatea automatizării complete</a:t>
          </a:r>
          <a:endParaRPr lang="en-US"/>
        </a:p>
      </dgm:t>
    </dgm:pt>
    <dgm:pt modelId="{A604E998-2FD5-47CB-9619-B6F6D01A1734}" type="parTrans" cxnId="{A81D20A9-5B21-4FB1-819D-AC409BD08FFF}">
      <dgm:prSet/>
      <dgm:spPr/>
      <dgm:t>
        <a:bodyPr/>
        <a:lstStyle/>
        <a:p>
          <a:endParaRPr lang="en-US"/>
        </a:p>
      </dgm:t>
    </dgm:pt>
    <dgm:pt modelId="{21FE5BBC-5B14-4408-AD2E-4A991AC1E807}" type="sibTrans" cxnId="{A81D20A9-5B21-4FB1-819D-AC409BD08FFF}">
      <dgm:prSet/>
      <dgm:spPr/>
      <dgm:t>
        <a:bodyPr/>
        <a:lstStyle/>
        <a:p>
          <a:endParaRPr lang="en-US"/>
        </a:p>
      </dgm:t>
    </dgm:pt>
    <dgm:pt modelId="{1870002E-4FD9-4FBF-B30F-440CFAE5D976}">
      <dgm:prSet/>
      <dgm:spPr/>
      <dgm:t>
        <a:bodyPr/>
        <a:lstStyle/>
        <a:p>
          <a:r>
            <a:rPr lang="ro-RO" b="0" i="0" baseline="0"/>
            <a:t>Integrarea surselor multiple</a:t>
          </a:r>
          <a:endParaRPr lang="en-US"/>
        </a:p>
      </dgm:t>
    </dgm:pt>
    <dgm:pt modelId="{DA9CF87C-ED2F-4284-AAC4-FFE4C4F95416}" type="parTrans" cxnId="{1B2DDBB3-B831-4049-ACAD-2C2507A63762}">
      <dgm:prSet/>
      <dgm:spPr/>
      <dgm:t>
        <a:bodyPr/>
        <a:lstStyle/>
        <a:p>
          <a:endParaRPr lang="en-US"/>
        </a:p>
      </dgm:t>
    </dgm:pt>
    <dgm:pt modelId="{4633484C-B8EA-470F-A4F2-F8B57F8F25ED}" type="sibTrans" cxnId="{1B2DDBB3-B831-4049-ACAD-2C2507A63762}">
      <dgm:prSet/>
      <dgm:spPr/>
      <dgm:t>
        <a:bodyPr/>
        <a:lstStyle/>
        <a:p>
          <a:endParaRPr lang="en-US"/>
        </a:p>
      </dgm:t>
    </dgm:pt>
    <dgm:pt modelId="{7BED22A2-FD81-493D-943C-2DEAFA5E8CF7}">
      <dgm:prSet/>
      <dgm:spPr/>
      <dgm:t>
        <a:bodyPr/>
        <a:lstStyle/>
        <a:p>
          <a:r>
            <a:rPr lang="ro-RO" b="0" i="0" baseline="0"/>
            <a:t>Combinare analiză tehnică + NLP</a:t>
          </a:r>
          <a:endParaRPr lang="en-US"/>
        </a:p>
      </dgm:t>
    </dgm:pt>
    <dgm:pt modelId="{A24A5A9C-1F69-443B-8D70-48F6A3367B3C}" type="parTrans" cxnId="{95ABB3CD-1989-4A4F-AAC1-8D1F64E94222}">
      <dgm:prSet/>
      <dgm:spPr/>
      <dgm:t>
        <a:bodyPr/>
        <a:lstStyle/>
        <a:p>
          <a:endParaRPr lang="en-US"/>
        </a:p>
      </dgm:t>
    </dgm:pt>
    <dgm:pt modelId="{D78DCC15-FAB9-4A9A-9932-E268D72BE248}" type="sibTrans" cxnId="{95ABB3CD-1989-4A4F-AAC1-8D1F64E94222}">
      <dgm:prSet/>
      <dgm:spPr/>
      <dgm:t>
        <a:bodyPr/>
        <a:lstStyle/>
        <a:p>
          <a:endParaRPr lang="en-US"/>
        </a:p>
      </dgm:t>
    </dgm:pt>
    <dgm:pt modelId="{1774AC0D-09ED-452A-A5D7-F8361CF91EE0}">
      <dgm:prSet/>
      <dgm:spPr/>
      <dgm:t>
        <a:bodyPr/>
        <a:lstStyle/>
        <a:p>
          <a:r>
            <a:rPr lang="ro-RO" b="0" i="0" baseline="0"/>
            <a:t>Introducerea validării multi-AI</a:t>
          </a:r>
          <a:endParaRPr lang="en-US"/>
        </a:p>
      </dgm:t>
    </dgm:pt>
    <dgm:pt modelId="{381BE80F-42A7-4666-9919-F4487127D8BC}" type="parTrans" cxnId="{27DF8626-BB0F-4901-82A3-327566B47539}">
      <dgm:prSet/>
      <dgm:spPr/>
      <dgm:t>
        <a:bodyPr/>
        <a:lstStyle/>
        <a:p>
          <a:endParaRPr lang="en-US"/>
        </a:p>
      </dgm:t>
    </dgm:pt>
    <dgm:pt modelId="{AF93F1EC-B396-4E32-BFF5-6E885F2A8F99}" type="sibTrans" cxnId="{27DF8626-BB0F-4901-82A3-327566B47539}">
      <dgm:prSet/>
      <dgm:spPr/>
      <dgm:t>
        <a:bodyPr/>
        <a:lstStyle/>
        <a:p>
          <a:endParaRPr lang="en-US"/>
        </a:p>
      </dgm:t>
    </dgm:pt>
    <dgm:pt modelId="{1EA14C57-8D63-4665-A4C8-99F6B14D10CF}">
      <dgm:prSet/>
      <dgm:spPr/>
      <dgm:t>
        <a:bodyPr/>
        <a:lstStyle/>
        <a:p>
          <a:r>
            <a:rPr lang="ro-RO" b="0" i="0" baseline="0"/>
            <a:t>Scor compozit pentru decizie</a:t>
          </a:r>
          <a:endParaRPr lang="en-US"/>
        </a:p>
      </dgm:t>
    </dgm:pt>
    <dgm:pt modelId="{D1751CD4-D1DF-44A4-9D43-D0D32338170D}" type="parTrans" cxnId="{F6D1375D-1E0D-433B-BC62-506628B75C1C}">
      <dgm:prSet/>
      <dgm:spPr/>
      <dgm:t>
        <a:bodyPr/>
        <a:lstStyle/>
        <a:p>
          <a:endParaRPr lang="en-US"/>
        </a:p>
      </dgm:t>
    </dgm:pt>
    <dgm:pt modelId="{B5BD190A-24C6-4F1D-8D8D-5061B2A45112}" type="sibTrans" cxnId="{F6D1375D-1E0D-433B-BC62-506628B75C1C}">
      <dgm:prSet/>
      <dgm:spPr/>
      <dgm:t>
        <a:bodyPr/>
        <a:lstStyle/>
        <a:p>
          <a:endParaRPr lang="en-US"/>
        </a:p>
      </dgm:t>
    </dgm:pt>
    <dgm:pt modelId="{96A8016E-C8B7-48F1-85C3-F673BA1A8BFC}" type="pres">
      <dgm:prSet presAssocID="{D19367DD-0834-4185-81A8-3F2500467113}" presName="outerComposite" presStyleCnt="0">
        <dgm:presLayoutVars>
          <dgm:chMax val="5"/>
          <dgm:dir/>
          <dgm:resizeHandles val="exact"/>
        </dgm:presLayoutVars>
      </dgm:prSet>
      <dgm:spPr/>
    </dgm:pt>
    <dgm:pt modelId="{9364CA50-66A6-4070-AB5D-22147ABED85B}" type="pres">
      <dgm:prSet presAssocID="{D19367DD-0834-4185-81A8-3F2500467113}" presName="dummyMaxCanvas" presStyleCnt="0">
        <dgm:presLayoutVars/>
      </dgm:prSet>
      <dgm:spPr/>
    </dgm:pt>
    <dgm:pt modelId="{8AE31B8C-6B7C-40CF-B22F-395A3D93973C}" type="pres">
      <dgm:prSet presAssocID="{D19367DD-0834-4185-81A8-3F2500467113}" presName="FiveNodes_1" presStyleLbl="node1" presStyleIdx="0" presStyleCnt="5">
        <dgm:presLayoutVars>
          <dgm:bulletEnabled val="1"/>
        </dgm:presLayoutVars>
      </dgm:prSet>
      <dgm:spPr/>
    </dgm:pt>
    <dgm:pt modelId="{71CA438B-A4C2-4298-ADB4-5D1D188EBF92}" type="pres">
      <dgm:prSet presAssocID="{D19367DD-0834-4185-81A8-3F2500467113}" presName="FiveNodes_2" presStyleLbl="node1" presStyleIdx="1" presStyleCnt="5">
        <dgm:presLayoutVars>
          <dgm:bulletEnabled val="1"/>
        </dgm:presLayoutVars>
      </dgm:prSet>
      <dgm:spPr/>
    </dgm:pt>
    <dgm:pt modelId="{8147CC5C-E9EB-4BEE-91A7-3D11F7A6F47A}" type="pres">
      <dgm:prSet presAssocID="{D19367DD-0834-4185-81A8-3F2500467113}" presName="FiveNodes_3" presStyleLbl="node1" presStyleIdx="2" presStyleCnt="5">
        <dgm:presLayoutVars>
          <dgm:bulletEnabled val="1"/>
        </dgm:presLayoutVars>
      </dgm:prSet>
      <dgm:spPr/>
    </dgm:pt>
    <dgm:pt modelId="{304DD404-04EF-45CB-AC21-8C765A0BF6E7}" type="pres">
      <dgm:prSet presAssocID="{D19367DD-0834-4185-81A8-3F2500467113}" presName="FiveNodes_4" presStyleLbl="node1" presStyleIdx="3" presStyleCnt="5">
        <dgm:presLayoutVars>
          <dgm:bulletEnabled val="1"/>
        </dgm:presLayoutVars>
      </dgm:prSet>
      <dgm:spPr/>
    </dgm:pt>
    <dgm:pt modelId="{4F63DE9A-14FE-413F-854A-E0EBC03F3868}" type="pres">
      <dgm:prSet presAssocID="{D19367DD-0834-4185-81A8-3F2500467113}" presName="FiveNodes_5" presStyleLbl="node1" presStyleIdx="4" presStyleCnt="5">
        <dgm:presLayoutVars>
          <dgm:bulletEnabled val="1"/>
        </dgm:presLayoutVars>
      </dgm:prSet>
      <dgm:spPr/>
    </dgm:pt>
    <dgm:pt modelId="{2A23AA2E-3B4A-40D6-9672-EE985BEB10C7}" type="pres">
      <dgm:prSet presAssocID="{D19367DD-0834-4185-81A8-3F2500467113}" presName="FiveConn_1-2" presStyleLbl="fgAccFollowNode1" presStyleIdx="0" presStyleCnt="4">
        <dgm:presLayoutVars>
          <dgm:bulletEnabled val="1"/>
        </dgm:presLayoutVars>
      </dgm:prSet>
      <dgm:spPr/>
    </dgm:pt>
    <dgm:pt modelId="{FFD81B6B-74CF-413E-8511-D66EBB5FF88B}" type="pres">
      <dgm:prSet presAssocID="{D19367DD-0834-4185-81A8-3F2500467113}" presName="FiveConn_2-3" presStyleLbl="fgAccFollowNode1" presStyleIdx="1" presStyleCnt="4">
        <dgm:presLayoutVars>
          <dgm:bulletEnabled val="1"/>
        </dgm:presLayoutVars>
      </dgm:prSet>
      <dgm:spPr/>
    </dgm:pt>
    <dgm:pt modelId="{5928FCEE-E453-4EAC-8347-C83BBE03F169}" type="pres">
      <dgm:prSet presAssocID="{D19367DD-0834-4185-81A8-3F2500467113}" presName="FiveConn_3-4" presStyleLbl="fgAccFollowNode1" presStyleIdx="2" presStyleCnt="4">
        <dgm:presLayoutVars>
          <dgm:bulletEnabled val="1"/>
        </dgm:presLayoutVars>
      </dgm:prSet>
      <dgm:spPr/>
    </dgm:pt>
    <dgm:pt modelId="{F23D89B9-FB5A-4B1D-8F2F-36678DCB58E1}" type="pres">
      <dgm:prSet presAssocID="{D19367DD-0834-4185-81A8-3F2500467113}" presName="FiveConn_4-5" presStyleLbl="fgAccFollowNode1" presStyleIdx="3" presStyleCnt="4">
        <dgm:presLayoutVars>
          <dgm:bulletEnabled val="1"/>
        </dgm:presLayoutVars>
      </dgm:prSet>
      <dgm:spPr/>
    </dgm:pt>
    <dgm:pt modelId="{FFC4BB14-BC48-40A6-A4B1-165799A69D82}" type="pres">
      <dgm:prSet presAssocID="{D19367DD-0834-4185-81A8-3F2500467113}" presName="FiveNodes_1_text" presStyleLbl="node1" presStyleIdx="4" presStyleCnt="5">
        <dgm:presLayoutVars>
          <dgm:bulletEnabled val="1"/>
        </dgm:presLayoutVars>
      </dgm:prSet>
      <dgm:spPr/>
    </dgm:pt>
    <dgm:pt modelId="{123B9D2F-77DB-4739-9884-B3F57515213B}" type="pres">
      <dgm:prSet presAssocID="{D19367DD-0834-4185-81A8-3F2500467113}" presName="FiveNodes_2_text" presStyleLbl="node1" presStyleIdx="4" presStyleCnt="5">
        <dgm:presLayoutVars>
          <dgm:bulletEnabled val="1"/>
        </dgm:presLayoutVars>
      </dgm:prSet>
      <dgm:spPr/>
    </dgm:pt>
    <dgm:pt modelId="{6F160487-27A1-4B8C-82F4-B5A3A8B99289}" type="pres">
      <dgm:prSet presAssocID="{D19367DD-0834-4185-81A8-3F2500467113}" presName="FiveNodes_3_text" presStyleLbl="node1" presStyleIdx="4" presStyleCnt="5">
        <dgm:presLayoutVars>
          <dgm:bulletEnabled val="1"/>
        </dgm:presLayoutVars>
      </dgm:prSet>
      <dgm:spPr/>
    </dgm:pt>
    <dgm:pt modelId="{29E97A54-F656-4089-B905-C8EB326B9431}" type="pres">
      <dgm:prSet presAssocID="{D19367DD-0834-4185-81A8-3F2500467113}" presName="FiveNodes_4_text" presStyleLbl="node1" presStyleIdx="4" presStyleCnt="5">
        <dgm:presLayoutVars>
          <dgm:bulletEnabled val="1"/>
        </dgm:presLayoutVars>
      </dgm:prSet>
      <dgm:spPr/>
    </dgm:pt>
    <dgm:pt modelId="{7DAB4700-1448-4D28-9B28-0D3305104A94}" type="pres">
      <dgm:prSet presAssocID="{D19367DD-0834-4185-81A8-3F250046711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7DF8626-BB0F-4901-82A3-327566B47539}" srcId="{D19367DD-0834-4185-81A8-3F2500467113}" destId="{1774AC0D-09ED-452A-A5D7-F8361CF91EE0}" srcOrd="3" destOrd="0" parTransId="{381BE80F-42A7-4666-9919-F4487127D8BC}" sibTransId="{AF93F1EC-B396-4E32-BFF5-6E885F2A8F99}"/>
    <dgm:cxn modelId="{AA138128-DEE7-4459-9210-403B63EF03B4}" type="presOf" srcId="{79724EB0-6F94-47E6-A45D-39093CE48690}" destId="{8AE31B8C-6B7C-40CF-B22F-395A3D93973C}" srcOrd="0" destOrd="0" presId="urn:microsoft.com/office/officeart/2005/8/layout/vProcess5"/>
    <dgm:cxn modelId="{286C1E3A-23FD-4A5F-9FEC-B344271D7710}" type="presOf" srcId="{D78DCC15-FAB9-4A9A-9932-E268D72BE248}" destId="{5928FCEE-E453-4EAC-8347-C83BBE03F169}" srcOrd="0" destOrd="0" presId="urn:microsoft.com/office/officeart/2005/8/layout/vProcess5"/>
    <dgm:cxn modelId="{F6D1375D-1E0D-433B-BC62-506628B75C1C}" srcId="{D19367DD-0834-4185-81A8-3F2500467113}" destId="{1EA14C57-8D63-4665-A4C8-99F6B14D10CF}" srcOrd="4" destOrd="0" parTransId="{D1751CD4-D1DF-44A4-9D43-D0D32338170D}" sibTransId="{B5BD190A-24C6-4F1D-8D8D-5061B2A45112}"/>
    <dgm:cxn modelId="{2928DF5E-97A2-4B09-843D-3259C47336E8}" type="presOf" srcId="{D19367DD-0834-4185-81A8-3F2500467113}" destId="{96A8016E-C8B7-48F1-85C3-F673BA1A8BFC}" srcOrd="0" destOrd="0" presId="urn:microsoft.com/office/officeart/2005/8/layout/vProcess5"/>
    <dgm:cxn modelId="{20F6394A-017B-4AA9-BCA7-6BC3623BD2CE}" type="presOf" srcId="{1870002E-4FD9-4FBF-B30F-440CFAE5D976}" destId="{123B9D2F-77DB-4739-9884-B3F57515213B}" srcOrd="1" destOrd="0" presId="urn:microsoft.com/office/officeart/2005/8/layout/vProcess5"/>
    <dgm:cxn modelId="{CD11436D-5746-44C0-84B1-5C7376C67AB9}" type="presOf" srcId="{1870002E-4FD9-4FBF-B30F-440CFAE5D976}" destId="{71CA438B-A4C2-4298-ADB4-5D1D188EBF92}" srcOrd="0" destOrd="0" presId="urn:microsoft.com/office/officeart/2005/8/layout/vProcess5"/>
    <dgm:cxn modelId="{30A55E4F-7A13-452A-BE76-5EE83B269947}" type="presOf" srcId="{AF93F1EC-B396-4E32-BFF5-6E885F2A8F99}" destId="{F23D89B9-FB5A-4B1D-8F2F-36678DCB58E1}" srcOrd="0" destOrd="0" presId="urn:microsoft.com/office/officeart/2005/8/layout/vProcess5"/>
    <dgm:cxn modelId="{23B83656-6BB9-4CB7-8A14-E4DE2DB9A465}" type="presOf" srcId="{1EA14C57-8D63-4665-A4C8-99F6B14D10CF}" destId="{7DAB4700-1448-4D28-9B28-0D3305104A94}" srcOrd="1" destOrd="0" presId="urn:microsoft.com/office/officeart/2005/8/layout/vProcess5"/>
    <dgm:cxn modelId="{A110BB76-930B-464B-B9D8-E5BE4AD897B2}" type="presOf" srcId="{1774AC0D-09ED-452A-A5D7-F8361CF91EE0}" destId="{304DD404-04EF-45CB-AC21-8C765A0BF6E7}" srcOrd="0" destOrd="0" presId="urn:microsoft.com/office/officeart/2005/8/layout/vProcess5"/>
    <dgm:cxn modelId="{82E0747B-9D40-450C-85A7-5B931D663D1E}" type="presOf" srcId="{7BED22A2-FD81-493D-943C-2DEAFA5E8CF7}" destId="{8147CC5C-E9EB-4BEE-91A7-3D11F7A6F47A}" srcOrd="0" destOrd="0" presId="urn:microsoft.com/office/officeart/2005/8/layout/vProcess5"/>
    <dgm:cxn modelId="{6D424985-3445-4BE1-9456-0751922E4A2F}" type="presOf" srcId="{4633484C-B8EA-470F-A4F2-F8B57F8F25ED}" destId="{FFD81B6B-74CF-413E-8511-D66EBB5FF88B}" srcOrd="0" destOrd="0" presId="urn:microsoft.com/office/officeart/2005/8/layout/vProcess5"/>
    <dgm:cxn modelId="{E1D97698-66C0-4DA8-9F09-82EA58880049}" type="presOf" srcId="{7BED22A2-FD81-493D-943C-2DEAFA5E8CF7}" destId="{6F160487-27A1-4B8C-82F4-B5A3A8B99289}" srcOrd="1" destOrd="0" presId="urn:microsoft.com/office/officeart/2005/8/layout/vProcess5"/>
    <dgm:cxn modelId="{A4F07AA3-984E-4A40-9230-C2C5E0124370}" type="presOf" srcId="{79724EB0-6F94-47E6-A45D-39093CE48690}" destId="{FFC4BB14-BC48-40A6-A4B1-165799A69D82}" srcOrd="1" destOrd="0" presId="urn:microsoft.com/office/officeart/2005/8/layout/vProcess5"/>
    <dgm:cxn modelId="{A81D20A9-5B21-4FB1-819D-AC409BD08FFF}" srcId="{D19367DD-0834-4185-81A8-3F2500467113}" destId="{79724EB0-6F94-47E6-A45D-39093CE48690}" srcOrd="0" destOrd="0" parTransId="{A604E998-2FD5-47CB-9619-B6F6D01A1734}" sibTransId="{21FE5BBC-5B14-4408-AD2E-4A991AC1E807}"/>
    <dgm:cxn modelId="{1B2DDBB3-B831-4049-ACAD-2C2507A63762}" srcId="{D19367DD-0834-4185-81A8-3F2500467113}" destId="{1870002E-4FD9-4FBF-B30F-440CFAE5D976}" srcOrd="1" destOrd="0" parTransId="{DA9CF87C-ED2F-4284-AAC4-FFE4C4F95416}" sibTransId="{4633484C-B8EA-470F-A4F2-F8B57F8F25ED}"/>
    <dgm:cxn modelId="{702D11BD-E070-479C-B7BD-073F4BC774A5}" type="presOf" srcId="{1EA14C57-8D63-4665-A4C8-99F6B14D10CF}" destId="{4F63DE9A-14FE-413F-854A-E0EBC03F3868}" srcOrd="0" destOrd="0" presId="urn:microsoft.com/office/officeart/2005/8/layout/vProcess5"/>
    <dgm:cxn modelId="{95ABB3CD-1989-4A4F-AAC1-8D1F64E94222}" srcId="{D19367DD-0834-4185-81A8-3F2500467113}" destId="{7BED22A2-FD81-493D-943C-2DEAFA5E8CF7}" srcOrd="2" destOrd="0" parTransId="{A24A5A9C-1F69-443B-8D70-48F6A3367B3C}" sibTransId="{D78DCC15-FAB9-4A9A-9932-E268D72BE248}"/>
    <dgm:cxn modelId="{5C90E9D6-5675-462E-9B4B-E92D337205C1}" type="presOf" srcId="{21FE5BBC-5B14-4408-AD2E-4A991AC1E807}" destId="{2A23AA2E-3B4A-40D6-9672-EE985BEB10C7}" srcOrd="0" destOrd="0" presId="urn:microsoft.com/office/officeart/2005/8/layout/vProcess5"/>
    <dgm:cxn modelId="{EE4083F8-D0B3-4E92-AF65-061A4A20865F}" type="presOf" srcId="{1774AC0D-09ED-452A-A5D7-F8361CF91EE0}" destId="{29E97A54-F656-4089-B905-C8EB326B9431}" srcOrd="1" destOrd="0" presId="urn:microsoft.com/office/officeart/2005/8/layout/vProcess5"/>
    <dgm:cxn modelId="{7445F6B0-FBEB-48D3-8345-62A9643CC223}" type="presParOf" srcId="{96A8016E-C8B7-48F1-85C3-F673BA1A8BFC}" destId="{9364CA50-66A6-4070-AB5D-22147ABED85B}" srcOrd="0" destOrd="0" presId="urn:microsoft.com/office/officeart/2005/8/layout/vProcess5"/>
    <dgm:cxn modelId="{B9485E97-4C77-4922-967D-CCC274590146}" type="presParOf" srcId="{96A8016E-C8B7-48F1-85C3-F673BA1A8BFC}" destId="{8AE31B8C-6B7C-40CF-B22F-395A3D93973C}" srcOrd="1" destOrd="0" presId="urn:microsoft.com/office/officeart/2005/8/layout/vProcess5"/>
    <dgm:cxn modelId="{A7414BD3-5B82-4F73-84F4-0D2D8D6A472B}" type="presParOf" srcId="{96A8016E-C8B7-48F1-85C3-F673BA1A8BFC}" destId="{71CA438B-A4C2-4298-ADB4-5D1D188EBF92}" srcOrd="2" destOrd="0" presId="urn:microsoft.com/office/officeart/2005/8/layout/vProcess5"/>
    <dgm:cxn modelId="{7273B256-7E80-414E-9515-F9A8171141B0}" type="presParOf" srcId="{96A8016E-C8B7-48F1-85C3-F673BA1A8BFC}" destId="{8147CC5C-E9EB-4BEE-91A7-3D11F7A6F47A}" srcOrd="3" destOrd="0" presId="urn:microsoft.com/office/officeart/2005/8/layout/vProcess5"/>
    <dgm:cxn modelId="{C907BC7C-1959-4F4B-AFF8-1690FD0448B5}" type="presParOf" srcId="{96A8016E-C8B7-48F1-85C3-F673BA1A8BFC}" destId="{304DD404-04EF-45CB-AC21-8C765A0BF6E7}" srcOrd="4" destOrd="0" presId="urn:microsoft.com/office/officeart/2005/8/layout/vProcess5"/>
    <dgm:cxn modelId="{D1D863DF-0926-486D-9F9A-A9941FD12F1B}" type="presParOf" srcId="{96A8016E-C8B7-48F1-85C3-F673BA1A8BFC}" destId="{4F63DE9A-14FE-413F-854A-E0EBC03F3868}" srcOrd="5" destOrd="0" presId="urn:microsoft.com/office/officeart/2005/8/layout/vProcess5"/>
    <dgm:cxn modelId="{1C008910-D743-4A93-8F31-6944A369D058}" type="presParOf" srcId="{96A8016E-C8B7-48F1-85C3-F673BA1A8BFC}" destId="{2A23AA2E-3B4A-40D6-9672-EE985BEB10C7}" srcOrd="6" destOrd="0" presId="urn:microsoft.com/office/officeart/2005/8/layout/vProcess5"/>
    <dgm:cxn modelId="{A78CCF9B-370B-4917-BEFD-0E4362F3DECA}" type="presParOf" srcId="{96A8016E-C8B7-48F1-85C3-F673BA1A8BFC}" destId="{FFD81B6B-74CF-413E-8511-D66EBB5FF88B}" srcOrd="7" destOrd="0" presId="urn:microsoft.com/office/officeart/2005/8/layout/vProcess5"/>
    <dgm:cxn modelId="{A9792A5D-B000-4F6C-BD41-0047C440B363}" type="presParOf" srcId="{96A8016E-C8B7-48F1-85C3-F673BA1A8BFC}" destId="{5928FCEE-E453-4EAC-8347-C83BBE03F169}" srcOrd="8" destOrd="0" presId="urn:microsoft.com/office/officeart/2005/8/layout/vProcess5"/>
    <dgm:cxn modelId="{D404507C-D563-4624-A822-A1A5C198F052}" type="presParOf" srcId="{96A8016E-C8B7-48F1-85C3-F673BA1A8BFC}" destId="{F23D89B9-FB5A-4B1D-8F2F-36678DCB58E1}" srcOrd="9" destOrd="0" presId="urn:microsoft.com/office/officeart/2005/8/layout/vProcess5"/>
    <dgm:cxn modelId="{1CE2873B-8430-44FB-A55E-1EB06E029E72}" type="presParOf" srcId="{96A8016E-C8B7-48F1-85C3-F673BA1A8BFC}" destId="{FFC4BB14-BC48-40A6-A4B1-165799A69D82}" srcOrd="10" destOrd="0" presId="urn:microsoft.com/office/officeart/2005/8/layout/vProcess5"/>
    <dgm:cxn modelId="{BB69BB19-7589-42E7-91F8-C96E66CB4FED}" type="presParOf" srcId="{96A8016E-C8B7-48F1-85C3-F673BA1A8BFC}" destId="{123B9D2F-77DB-4739-9884-B3F57515213B}" srcOrd="11" destOrd="0" presId="urn:microsoft.com/office/officeart/2005/8/layout/vProcess5"/>
    <dgm:cxn modelId="{5EC4C611-B879-4617-8B58-476E3B65E811}" type="presParOf" srcId="{96A8016E-C8B7-48F1-85C3-F673BA1A8BFC}" destId="{6F160487-27A1-4B8C-82F4-B5A3A8B99289}" srcOrd="12" destOrd="0" presId="urn:microsoft.com/office/officeart/2005/8/layout/vProcess5"/>
    <dgm:cxn modelId="{01967AB3-899A-46D9-AD52-BF58BCF96C76}" type="presParOf" srcId="{96A8016E-C8B7-48F1-85C3-F673BA1A8BFC}" destId="{29E97A54-F656-4089-B905-C8EB326B9431}" srcOrd="13" destOrd="0" presId="urn:microsoft.com/office/officeart/2005/8/layout/vProcess5"/>
    <dgm:cxn modelId="{D24F0B71-3D49-4FAF-837C-8A4E61B85458}" type="presParOf" srcId="{96A8016E-C8B7-48F1-85C3-F673BA1A8BFC}" destId="{7DAB4700-1448-4D28-9B28-0D3305104A9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14275EF-0347-4AB5-9104-6EED913B18EB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52C995-E6C4-4B43-B33A-14ADD9AB3507}">
      <dgm:prSet/>
      <dgm:spPr/>
      <dgm:t>
        <a:bodyPr/>
        <a:lstStyle/>
        <a:p>
          <a:r>
            <a:rPr lang="ro-RO" b="0" i="0" baseline="0"/>
            <a:t>Validare cross-AI a recomandării</a:t>
          </a:r>
          <a:endParaRPr lang="en-US"/>
        </a:p>
      </dgm:t>
    </dgm:pt>
    <dgm:pt modelId="{0052B2FA-E8C2-48A0-8C04-040E73319667}" type="parTrans" cxnId="{D317655A-4E5B-4700-BBC7-078F5381C3FE}">
      <dgm:prSet/>
      <dgm:spPr/>
      <dgm:t>
        <a:bodyPr/>
        <a:lstStyle/>
        <a:p>
          <a:endParaRPr lang="en-US"/>
        </a:p>
      </dgm:t>
    </dgm:pt>
    <dgm:pt modelId="{C7A915DA-1F62-4024-8645-8FED6DA8E9E8}" type="sibTrans" cxnId="{D317655A-4E5B-4700-BBC7-078F5381C3FE}">
      <dgm:prSet/>
      <dgm:spPr/>
      <dgm:t>
        <a:bodyPr/>
        <a:lstStyle/>
        <a:p>
          <a:endParaRPr lang="en-US"/>
        </a:p>
      </dgm:t>
    </dgm:pt>
    <dgm:pt modelId="{2870CB8E-FE13-465C-BBED-436709F03C41}">
      <dgm:prSet/>
      <dgm:spPr/>
      <dgm:t>
        <a:bodyPr/>
        <a:lstStyle/>
        <a:p>
          <a:r>
            <a:rPr lang="ro-RO" b="0" i="0" baseline="0"/>
            <a:t>Decizie bazată pe consens</a:t>
          </a:r>
          <a:endParaRPr lang="en-US"/>
        </a:p>
      </dgm:t>
    </dgm:pt>
    <dgm:pt modelId="{1870C5E4-C22D-414B-B145-8F031334ECE1}" type="parTrans" cxnId="{762F2510-A56D-4AA3-8D45-86B156F81F41}">
      <dgm:prSet/>
      <dgm:spPr/>
      <dgm:t>
        <a:bodyPr/>
        <a:lstStyle/>
        <a:p>
          <a:endParaRPr lang="en-US"/>
        </a:p>
      </dgm:t>
    </dgm:pt>
    <dgm:pt modelId="{D43F0B95-C2AE-478C-803E-0D8F96AFCF31}" type="sibTrans" cxnId="{762F2510-A56D-4AA3-8D45-86B156F81F41}">
      <dgm:prSet/>
      <dgm:spPr/>
      <dgm:t>
        <a:bodyPr/>
        <a:lstStyle/>
        <a:p>
          <a:endParaRPr lang="en-US"/>
        </a:p>
      </dgm:t>
    </dgm:pt>
    <dgm:pt modelId="{D42C0505-CD5F-408E-B086-BF7F90561860}">
      <dgm:prSet/>
      <dgm:spPr/>
      <dgm:t>
        <a:bodyPr/>
        <a:lstStyle/>
        <a:p>
          <a:r>
            <a:rPr lang="ro-RO" b="0" i="0" baseline="0"/>
            <a:t>Integrare end-to-end automată</a:t>
          </a:r>
          <a:endParaRPr lang="en-US"/>
        </a:p>
      </dgm:t>
    </dgm:pt>
    <dgm:pt modelId="{591D5E56-C6F6-4796-A4C8-019FC555F216}" type="parTrans" cxnId="{E6BA6B4A-56D5-4CCF-A7BB-59DCC7360C8F}">
      <dgm:prSet/>
      <dgm:spPr/>
      <dgm:t>
        <a:bodyPr/>
        <a:lstStyle/>
        <a:p>
          <a:endParaRPr lang="en-US"/>
        </a:p>
      </dgm:t>
    </dgm:pt>
    <dgm:pt modelId="{4A11A522-4F3F-4FA1-B6E4-A31486085581}" type="sibTrans" cxnId="{E6BA6B4A-56D5-4CCF-A7BB-59DCC7360C8F}">
      <dgm:prSet/>
      <dgm:spPr/>
      <dgm:t>
        <a:bodyPr/>
        <a:lstStyle/>
        <a:p>
          <a:endParaRPr lang="en-US"/>
        </a:p>
      </dgm:t>
    </dgm:pt>
    <dgm:pt modelId="{15471F9B-C671-469B-BE49-35B1F8484E8F}">
      <dgm:prSet/>
      <dgm:spPr/>
      <dgm:t>
        <a:bodyPr/>
        <a:lstStyle/>
        <a:p>
          <a:r>
            <a:rPr lang="ro-RO" b="0" i="0" baseline="0"/>
            <a:t>Reducere bias și zgomot</a:t>
          </a:r>
          <a:endParaRPr lang="en-US"/>
        </a:p>
      </dgm:t>
    </dgm:pt>
    <dgm:pt modelId="{26276F64-1E90-440A-9D7E-73E9BB42EF87}" type="parTrans" cxnId="{67D27257-BBB5-49DB-9495-5D21113C7970}">
      <dgm:prSet/>
      <dgm:spPr/>
      <dgm:t>
        <a:bodyPr/>
        <a:lstStyle/>
        <a:p>
          <a:endParaRPr lang="en-US"/>
        </a:p>
      </dgm:t>
    </dgm:pt>
    <dgm:pt modelId="{0B48BACF-C902-4CD4-A643-3D3B13963A7B}" type="sibTrans" cxnId="{67D27257-BBB5-49DB-9495-5D21113C7970}">
      <dgm:prSet/>
      <dgm:spPr/>
      <dgm:t>
        <a:bodyPr/>
        <a:lstStyle/>
        <a:p>
          <a:endParaRPr lang="en-US"/>
        </a:p>
      </dgm:t>
    </dgm:pt>
    <dgm:pt modelId="{E02F9DE8-A361-4503-A558-F58D166431BC}">
      <dgm:prSet/>
      <dgm:spPr/>
      <dgm:t>
        <a:bodyPr/>
        <a:lstStyle/>
        <a:p>
          <a:r>
            <a:rPr lang="ro-RO" b="0" i="0" baseline="0"/>
            <a:t>Alerte acționabile, nu brute</a:t>
          </a:r>
          <a:endParaRPr lang="en-US"/>
        </a:p>
      </dgm:t>
    </dgm:pt>
    <dgm:pt modelId="{5442456A-E3C0-49B0-BBAA-142F80811C75}" type="parTrans" cxnId="{998D8FAC-1E5A-43FC-95BD-9D808DC1C8AF}">
      <dgm:prSet/>
      <dgm:spPr/>
      <dgm:t>
        <a:bodyPr/>
        <a:lstStyle/>
        <a:p>
          <a:endParaRPr lang="en-US"/>
        </a:p>
      </dgm:t>
    </dgm:pt>
    <dgm:pt modelId="{CB671523-FC16-4667-9482-D034C60C6F7A}" type="sibTrans" cxnId="{998D8FAC-1E5A-43FC-95BD-9D808DC1C8AF}">
      <dgm:prSet/>
      <dgm:spPr/>
      <dgm:t>
        <a:bodyPr/>
        <a:lstStyle/>
        <a:p>
          <a:endParaRPr lang="en-US"/>
        </a:p>
      </dgm:t>
    </dgm:pt>
    <dgm:pt modelId="{54C860EF-60CB-41DC-94FC-9E5229922093}" type="pres">
      <dgm:prSet presAssocID="{F14275EF-0347-4AB5-9104-6EED913B18EB}" presName="linear" presStyleCnt="0">
        <dgm:presLayoutVars>
          <dgm:animLvl val="lvl"/>
          <dgm:resizeHandles val="exact"/>
        </dgm:presLayoutVars>
      </dgm:prSet>
      <dgm:spPr/>
    </dgm:pt>
    <dgm:pt modelId="{07CF1D22-8014-4610-8E61-A3F173278D20}" type="pres">
      <dgm:prSet presAssocID="{6A52C995-E6C4-4B43-B33A-14ADD9AB350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0FC32F8-701A-421B-AAA6-AA7108B59749}" type="pres">
      <dgm:prSet presAssocID="{C7A915DA-1F62-4024-8645-8FED6DA8E9E8}" presName="spacer" presStyleCnt="0"/>
      <dgm:spPr/>
    </dgm:pt>
    <dgm:pt modelId="{C7B92F4A-E354-40E1-A737-0BAF4B6C89A7}" type="pres">
      <dgm:prSet presAssocID="{2870CB8E-FE13-465C-BBED-436709F03C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92150A-1C60-4127-9CA4-0E5C718E8C77}" type="pres">
      <dgm:prSet presAssocID="{D43F0B95-C2AE-478C-803E-0D8F96AFCF31}" presName="spacer" presStyleCnt="0"/>
      <dgm:spPr/>
    </dgm:pt>
    <dgm:pt modelId="{7DFB7B3D-14AF-4FEC-AEFB-A6BCCD1A2513}" type="pres">
      <dgm:prSet presAssocID="{D42C0505-CD5F-408E-B086-BF7F9056186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8EE91B-00D8-4DC3-8419-215DACADDB22}" type="pres">
      <dgm:prSet presAssocID="{4A11A522-4F3F-4FA1-B6E4-A31486085581}" presName="spacer" presStyleCnt="0"/>
      <dgm:spPr/>
    </dgm:pt>
    <dgm:pt modelId="{7E846406-B307-4773-8D41-7DC1C3034FD1}" type="pres">
      <dgm:prSet presAssocID="{15471F9B-C671-469B-BE49-35B1F8484E8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A6F59E-CF69-4730-AD50-F9A71767D72F}" type="pres">
      <dgm:prSet presAssocID="{0B48BACF-C902-4CD4-A643-3D3B13963A7B}" presName="spacer" presStyleCnt="0"/>
      <dgm:spPr/>
    </dgm:pt>
    <dgm:pt modelId="{02BE4D9C-BD2F-4CE9-80A1-F674EFBC67EC}" type="pres">
      <dgm:prSet presAssocID="{E02F9DE8-A361-4503-A558-F58D166431B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2F2510-A56D-4AA3-8D45-86B156F81F41}" srcId="{F14275EF-0347-4AB5-9104-6EED913B18EB}" destId="{2870CB8E-FE13-465C-BBED-436709F03C41}" srcOrd="1" destOrd="0" parTransId="{1870C5E4-C22D-414B-B145-8F031334ECE1}" sibTransId="{D43F0B95-C2AE-478C-803E-0D8F96AFCF31}"/>
    <dgm:cxn modelId="{B612FF1C-D7BD-407E-8B66-AAF118E50AD2}" type="presOf" srcId="{F14275EF-0347-4AB5-9104-6EED913B18EB}" destId="{54C860EF-60CB-41DC-94FC-9E5229922093}" srcOrd="0" destOrd="0" presId="urn:microsoft.com/office/officeart/2005/8/layout/vList2"/>
    <dgm:cxn modelId="{CDC72F1E-CD5F-4A14-9C46-4C01117FC902}" type="presOf" srcId="{15471F9B-C671-469B-BE49-35B1F8484E8F}" destId="{7E846406-B307-4773-8D41-7DC1C3034FD1}" srcOrd="0" destOrd="0" presId="urn:microsoft.com/office/officeart/2005/8/layout/vList2"/>
    <dgm:cxn modelId="{DAEB6C29-2EBE-446B-A10A-394C1BFE0849}" type="presOf" srcId="{E02F9DE8-A361-4503-A558-F58D166431BC}" destId="{02BE4D9C-BD2F-4CE9-80A1-F674EFBC67EC}" srcOrd="0" destOrd="0" presId="urn:microsoft.com/office/officeart/2005/8/layout/vList2"/>
    <dgm:cxn modelId="{9CD21B42-1B1F-44B9-B7A4-7309324CA569}" type="presOf" srcId="{2870CB8E-FE13-465C-BBED-436709F03C41}" destId="{C7B92F4A-E354-40E1-A737-0BAF4B6C89A7}" srcOrd="0" destOrd="0" presId="urn:microsoft.com/office/officeart/2005/8/layout/vList2"/>
    <dgm:cxn modelId="{E6BA6B4A-56D5-4CCF-A7BB-59DCC7360C8F}" srcId="{F14275EF-0347-4AB5-9104-6EED913B18EB}" destId="{D42C0505-CD5F-408E-B086-BF7F90561860}" srcOrd="2" destOrd="0" parTransId="{591D5E56-C6F6-4796-A4C8-019FC555F216}" sibTransId="{4A11A522-4F3F-4FA1-B6E4-A31486085581}"/>
    <dgm:cxn modelId="{46EF1D50-587E-40A4-B852-078C072C374C}" type="presOf" srcId="{6A52C995-E6C4-4B43-B33A-14ADD9AB3507}" destId="{07CF1D22-8014-4610-8E61-A3F173278D20}" srcOrd="0" destOrd="0" presId="urn:microsoft.com/office/officeart/2005/8/layout/vList2"/>
    <dgm:cxn modelId="{67D27257-BBB5-49DB-9495-5D21113C7970}" srcId="{F14275EF-0347-4AB5-9104-6EED913B18EB}" destId="{15471F9B-C671-469B-BE49-35B1F8484E8F}" srcOrd="3" destOrd="0" parTransId="{26276F64-1E90-440A-9D7E-73E9BB42EF87}" sibTransId="{0B48BACF-C902-4CD4-A643-3D3B13963A7B}"/>
    <dgm:cxn modelId="{D317655A-4E5B-4700-BBC7-078F5381C3FE}" srcId="{F14275EF-0347-4AB5-9104-6EED913B18EB}" destId="{6A52C995-E6C4-4B43-B33A-14ADD9AB3507}" srcOrd="0" destOrd="0" parTransId="{0052B2FA-E8C2-48A0-8C04-040E73319667}" sibTransId="{C7A915DA-1F62-4024-8645-8FED6DA8E9E8}"/>
    <dgm:cxn modelId="{998D8FAC-1E5A-43FC-95BD-9D808DC1C8AF}" srcId="{F14275EF-0347-4AB5-9104-6EED913B18EB}" destId="{E02F9DE8-A361-4503-A558-F58D166431BC}" srcOrd="4" destOrd="0" parTransId="{5442456A-E3C0-49B0-BBAA-142F80811C75}" sibTransId="{CB671523-FC16-4667-9482-D034C60C6F7A}"/>
    <dgm:cxn modelId="{35320DE3-0623-45EA-A1C8-92713E8B326E}" type="presOf" srcId="{D42C0505-CD5F-408E-B086-BF7F90561860}" destId="{7DFB7B3D-14AF-4FEC-AEFB-A6BCCD1A2513}" srcOrd="0" destOrd="0" presId="urn:microsoft.com/office/officeart/2005/8/layout/vList2"/>
    <dgm:cxn modelId="{9C019599-602D-4E73-81F6-A9B2E5C062C2}" type="presParOf" srcId="{54C860EF-60CB-41DC-94FC-9E5229922093}" destId="{07CF1D22-8014-4610-8E61-A3F173278D20}" srcOrd="0" destOrd="0" presId="urn:microsoft.com/office/officeart/2005/8/layout/vList2"/>
    <dgm:cxn modelId="{D1CAE5A2-C309-459D-AB81-25C4D03C9AA7}" type="presParOf" srcId="{54C860EF-60CB-41DC-94FC-9E5229922093}" destId="{E0FC32F8-701A-421B-AAA6-AA7108B59749}" srcOrd="1" destOrd="0" presId="urn:microsoft.com/office/officeart/2005/8/layout/vList2"/>
    <dgm:cxn modelId="{9DC2A770-AEB4-4D54-B5CA-42F4D0D4E422}" type="presParOf" srcId="{54C860EF-60CB-41DC-94FC-9E5229922093}" destId="{C7B92F4A-E354-40E1-A737-0BAF4B6C89A7}" srcOrd="2" destOrd="0" presId="urn:microsoft.com/office/officeart/2005/8/layout/vList2"/>
    <dgm:cxn modelId="{DA155D83-17BF-49D7-B7C1-1B4B74386F04}" type="presParOf" srcId="{54C860EF-60CB-41DC-94FC-9E5229922093}" destId="{B492150A-1C60-4127-9CA4-0E5C718E8C77}" srcOrd="3" destOrd="0" presId="urn:microsoft.com/office/officeart/2005/8/layout/vList2"/>
    <dgm:cxn modelId="{4B12A361-EC9C-4179-89F9-196F31EE563A}" type="presParOf" srcId="{54C860EF-60CB-41DC-94FC-9E5229922093}" destId="{7DFB7B3D-14AF-4FEC-AEFB-A6BCCD1A2513}" srcOrd="4" destOrd="0" presId="urn:microsoft.com/office/officeart/2005/8/layout/vList2"/>
    <dgm:cxn modelId="{1101BB17-4CB9-48EB-BE17-4FCC10C33D87}" type="presParOf" srcId="{54C860EF-60CB-41DC-94FC-9E5229922093}" destId="{098EE91B-00D8-4DC3-8419-215DACADDB22}" srcOrd="5" destOrd="0" presId="urn:microsoft.com/office/officeart/2005/8/layout/vList2"/>
    <dgm:cxn modelId="{A12FE656-E3AB-4B16-932A-CF0865D9E4F1}" type="presParOf" srcId="{54C860EF-60CB-41DC-94FC-9E5229922093}" destId="{7E846406-B307-4773-8D41-7DC1C3034FD1}" srcOrd="6" destOrd="0" presId="urn:microsoft.com/office/officeart/2005/8/layout/vList2"/>
    <dgm:cxn modelId="{7B1BB9A7-48F1-4047-AA05-5C882AF4DAAC}" type="presParOf" srcId="{54C860EF-60CB-41DC-94FC-9E5229922093}" destId="{C6A6F59E-CF69-4730-AD50-F9A71767D72F}" srcOrd="7" destOrd="0" presId="urn:microsoft.com/office/officeart/2005/8/layout/vList2"/>
    <dgm:cxn modelId="{79EEEDA7-0C33-49EE-A891-2A9C65301BDF}" type="presParOf" srcId="{54C860EF-60CB-41DC-94FC-9E5229922093}" destId="{02BE4D9C-BD2F-4CE9-80A1-F674EFBC67E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A325635-0DEC-407E-A08C-377BC5FDFCCF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923D64-CC16-4F9B-A17B-ED45E401DFE5}">
      <dgm:prSet/>
      <dgm:spPr/>
      <dgm:t>
        <a:bodyPr/>
        <a:lstStyle/>
        <a:p>
          <a:r>
            <a:rPr lang="ro-RO" b="0" i="0" baseline="0"/>
            <a:t>Fama, E. – </a:t>
          </a:r>
          <a:r>
            <a:rPr lang="ro-RO" b="0" i="1" baseline="0"/>
            <a:t>Efficient Market Hypothesis</a:t>
          </a:r>
          <a:endParaRPr lang="en-US"/>
        </a:p>
      </dgm:t>
    </dgm:pt>
    <dgm:pt modelId="{93322B03-5B6B-4030-8DD5-59BAE1CEBC97}" type="parTrans" cxnId="{5BCA9C65-EFCA-45EC-897E-6D4966DA4321}">
      <dgm:prSet/>
      <dgm:spPr/>
      <dgm:t>
        <a:bodyPr/>
        <a:lstStyle/>
        <a:p>
          <a:endParaRPr lang="en-US"/>
        </a:p>
      </dgm:t>
    </dgm:pt>
    <dgm:pt modelId="{88D290CC-B3C4-40CA-A95F-52AF26F008F6}" type="sibTrans" cxnId="{5BCA9C65-EFCA-45EC-897E-6D4966DA4321}">
      <dgm:prSet/>
      <dgm:spPr/>
      <dgm:t>
        <a:bodyPr/>
        <a:lstStyle/>
        <a:p>
          <a:endParaRPr lang="en-US"/>
        </a:p>
      </dgm:t>
    </dgm:pt>
    <dgm:pt modelId="{669EA8EF-98D2-4012-A6D9-39871D4CACE5}">
      <dgm:prSet/>
      <dgm:spPr/>
      <dgm:t>
        <a:bodyPr/>
        <a:lstStyle/>
        <a:p>
          <a:r>
            <a:rPr lang="ro-RO" b="0" i="0" baseline="0"/>
            <a:t>Tetlock, P. – </a:t>
          </a:r>
          <a:r>
            <a:rPr lang="ro-RO" b="0" i="1" baseline="0"/>
            <a:t>News Sentiment and Markets</a:t>
          </a:r>
          <a:endParaRPr lang="en-US"/>
        </a:p>
      </dgm:t>
    </dgm:pt>
    <dgm:pt modelId="{C29D3464-865B-467A-9A88-8CD0F3BADF80}" type="parTrans" cxnId="{E4CB0734-ED49-41F9-A5AB-704F03796B5A}">
      <dgm:prSet/>
      <dgm:spPr/>
      <dgm:t>
        <a:bodyPr/>
        <a:lstStyle/>
        <a:p>
          <a:endParaRPr lang="en-US"/>
        </a:p>
      </dgm:t>
    </dgm:pt>
    <dgm:pt modelId="{FBC093B1-F7DE-460C-8970-3FA15C729EAC}" type="sibTrans" cxnId="{E4CB0734-ED49-41F9-A5AB-704F03796B5A}">
      <dgm:prSet/>
      <dgm:spPr/>
      <dgm:t>
        <a:bodyPr/>
        <a:lstStyle/>
        <a:p>
          <a:endParaRPr lang="en-US"/>
        </a:p>
      </dgm:t>
    </dgm:pt>
    <dgm:pt modelId="{A57A5A9C-490D-4FB2-A31A-CA025B8F51E7}">
      <dgm:prSet/>
      <dgm:spPr/>
      <dgm:t>
        <a:bodyPr/>
        <a:lstStyle/>
        <a:p>
          <a:r>
            <a:rPr lang="ro-RO" b="0" i="0" baseline="0"/>
            <a:t>Fischer, T. – </a:t>
          </a:r>
          <a:r>
            <a:rPr lang="ro-RO" b="0" i="1" baseline="0"/>
            <a:t>Deep Learning in Finance</a:t>
          </a:r>
          <a:endParaRPr lang="en-US"/>
        </a:p>
      </dgm:t>
    </dgm:pt>
    <dgm:pt modelId="{B243075B-E260-4986-BEA4-BEAE49EA1A83}" type="parTrans" cxnId="{0335506E-B086-45A0-9EBB-A0764D0B2D17}">
      <dgm:prSet/>
      <dgm:spPr/>
      <dgm:t>
        <a:bodyPr/>
        <a:lstStyle/>
        <a:p>
          <a:endParaRPr lang="en-US"/>
        </a:p>
      </dgm:t>
    </dgm:pt>
    <dgm:pt modelId="{71FA259B-B718-4C4D-AAD2-A1D2CC7B409E}" type="sibTrans" cxnId="{0335506E-B086-45A0-9EBB-A0764D0B2D17}">
      <dgm:prSet/>
      <dgm:spPr/>
      <dgm:t>
        <a:bodyPr/>
        <a:lstStyle/>
        <a:p>
          <a:endParaRPr lang="en-US"/>
        </a:p>
      </dgm:t>
    </dgm:pt>
    <dgm:pt modelId="{DC492133-8C2E-4A15-BEE3-E430BE005204}">
      <dgm:prSet/>
      <dgm:spPr/>
      <dgm:t>
        <a:bodyPr/>
        <a:lstStyle/>
        <a:p>
          <a:r>
            <a:rPr lang="ro-RO" b="0" i="0" baseline="0"/>
            <a:t>Zhang et al. – </a:t>
          </a:r>
          <a:r>
            <a:rPr lang="ro-RO" b="0" i="1" baseline="0"/>
            <a:t>Stock Prediction with NLP</a:t>
          </a:r>
          <a:endParaRPr lang="en-US"/>
        </a:p>
      </dgm:t>
    </dgm:pt>
    <dgm:pt modelId="{3BBC3D9D-6D3A-4554-A7C9-795C5C127BC3}" type="parTrans" cxnId="{EEBC40DB-E518-4A5F-B25C-63CF8321FD69}">
      <dgm:prSet/>
      <dgm:spPr/>
      <dgm:t>
        <a:bodyPr/>
        <a:lstStyle/>
        <a:p>
          <a:endParaRPr lang="en-US"/>
        </a:p>
      </dgm:t>
    </dgm:pt>
    <dgm:pt modelId="{F50C14DF-5450-407A-9E3B-E7429BC7B188}" type="sibTrans" cxnId="{EEBC40DB-E518-4A5F-B25C-63CF8321FD69}">
      <dgm:prSet/>
      <dgm:spPr/>
      <dgm:t>
        <a:bodyPr/>
        <a:lstStyle/>
        <a:p>
          <a:endParaRPr lang="en-US"/>
        </a:p>
      </dgm:t>
    </dgm:pt>
    <dgm:pt modelId="{BF4F640B-14AA-4FBF-B445-3E72DB9556BC}" type="pres">
      <dgm:prSet presAssocID="{2A325635-0DEC-407E-A08C-377BC5FDFCCF}" presName="linear" presStyleCnt="0">
        <dgm:presLayoutVars>
          <dgm:animLvl val="lvl"/>
          <dgm:resizeHandles val="exact"/>
        </dgm:presLayoutVars>
      </dgm:prSet>
      <dgm:spPr/>
    </dgm:pt>
    <dgm:pt modelId="{5F8044E9-63AC-40D9-824B-A7F4BF676118}" type="pres">
      <dgm:prSet presAssocID="{A2923D64-CC16-4F9B-A17B-ED45E401DF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E41650-69C6-471C-87E9-378B463B18DC}" type="pres">
      <dgm:prSet presAssocID="{88D290CC-B3C4-40CA-A95F-52AF26F008F6}" presName="spacer" presStyleCnt="0"/>
      <dgm:spPr/>
    </dgm:pt>
    <dgm:pt modelId="{4D230B37-135C-483F-9435-43EF6B3F90E1}" type="pres">
      <dgm:prSet presAssocID="{669EA8EF-98D2-4012-A6D9-39871D4CAC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EED884-D3F7-485A-A007-34BD38C10017}" type="pres">
      <dgm:prSet presAssocID="{FBC093B1-F7DE-460C-8970-3FA15C729EAC}" presName="spacer" presStyleCnt="0"/>
      <dgm:spPr/>
    </dgm:pt>
    <dgm:pt modelId="{C9C7E1D7-E930-4197-94FD-0ABE83EAE7BF}" type="pres">
      <dgm:prSet presAssocID="{A57A5A9C-490D-4FB2-A31A-CA025B8F51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CC90CA-8393-4C5C-AF4B-530F3FB81672}" type="pres">
      <dgm:prSet presAssocID="{71FA259B-B718-4C4D-AAD2-A1D2CC7B409E}" presName="spacer" presStyleCnt="0"/>
      <dgm:spPr/>
    </dgm:pt>
    <dgm:pt modelId="{F1F7695B-0E55-4689-81EF-E223FE9ED507}" type="pres">
      <dgm:prSet presAssocID="{DC492133-8C2E-4A15-BEE3-E430BE0052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77180B-03CC-43FF-B856-757206B39D83}" type="presOf" srcId="{669EA8EF-98D2-4012-A6D9-39871D4CACE5}" destId="{4D230B37-135C-483F-9435-43EF6B3F90E1}" srcOrd="0" destOrd="0" presId="urn:microsoft.com/office/officeart/2005/8/layout/vList2"/>
    <dgm:cxn modelId="{E4CB0734-ED49-41F9-A5AB-704F03796B5A}" srcId="{2A325635-0DEC-407E-A08C-377BC5FDFCCF}" destId="{669EA8EF-98D2-4012-A6D9-39871D4CACE5}" srcOrd="1" destOrd="0" parTransId="{C29D3464-865B-467A-9A88-8CD0F3BADF80}" sibTransId="{FBC093B1-F7DE-460C-8970-3FA15C729EAC}"/>
    <dgm:cxn modelId="{D2A11965-580F-4A0C-9635-9D092D90A40F}" type="presOf" srcId="{2A325635-0DEC-407E-A08C-377BC5FDFCCF}" destId="{BF4F640B-14AA-4FBF-B445-3E72DB9556BC}" srcOrd="0" destOrd="0" presId="urn:microsoft.com/office/officeart/2005/8/layout/vList2"/>
    <dgm:cxn modelId="{5BCA9C65-EFCA-45EC-897E-6D4966DA4321}" srcId="{2A325635-0DEC-407E-A08C-377BC5FDFCCF}" destId="{A2923D64-CC16-4F9B-A17B-ED45E401DFE5}" srcOrd="0" destOrd="0" parTransId="{93322B03-5B6B-4030-8DD5-59BAE1CEBC97}" sibTransId="{88D290CC-B3C4-40CA-A95F-52AF26F008F6}"/>
    <dgm:cxn modelId="{0335506E-B086-45A0-9EBB-A0764D0B2D17}" srcId="{2A325635-0DEC-407E-A08C-377BC5FDFCCF}" destId="{A57A5A9C-490D-4FB2-A31A-CA025B8F51E7}" srcOrd="2" destOrd="0" parTransId="{B243075B-E260-4986-BEA4-BEAE49EA1A83}" sibTransId="{71FA259B-B718-4C4D-AAD2-A1D2CC7B409E}"/>
    <dgm:cxn modelId="{17C4F982-83E3-4327-9F5E-C29F54730AE7}" type="presOf" srcId="{DC492133-8C2E-4A15-BEE3-E430BE005204}" destId="{F1F7695B-0E55-4689-81EF-E223FE9ED507}" srcOrd="0" destOrd="0" presId="urn:microsoft.com/office/officeart/2005/8/layout/vList2"/>
    <dgm:cxn modelId="{DB2361A8-FFD4-4068-B9CA-2DC436D21ABE}" type="presOf" srcId="{A2923D64-CC16-4F9B-A17B-ED45E401DFE5}" destId="{5F8044E9-63AC-40D9-824B-A7F4BF676118}" srcOrd="0" destOrd="0" presId="urn:microsoft.com/office/officeart/2005/8/layout/vList2"/>
    <dgm:cxn modelId="{EEBC40DB-E518-4A5F-B25C-63CF8321FD69}" srcId="{2A325635-0DEC-407E-A08C-377BC5FDFCCF}" destId="{DC492133-8C2E-4A15-BEE3-E430BE005204}" srcOrd="3" destOrd="0" parTransId="{3BBC3D9D-6D3A-4554-A7C9-795C5C127BC3}" sibTransId="{F50C14DF-5450-407A-9E3B-E7429BC7B188}"/>
    <dgm:cxn modelId="{59DC5BF9-F16A-4046-AE75-0C0740EA765B}" type="presOf" srcId="{A57A5A9C-490D-4FB2-A31A-CA025B8F51E7}" destId="{C9C7E1D7-E930-4197-94FD-0ABE83EAE7BF}" srcOrd="0" destOrd="0" presId="urn:microsoft.com/office/officeart/2005/8/layout/vList2"/>
    <dgm:cxn modelId="{BC7B7CB7-235D-4227-8810-00F09CB9C65C}" type="presParOf" srcId="{BF4F640B-14AA-4FBF-B445-3E72DB9556BC}" destId="{5F8044E9-63AC-40D9-824B-A7F4BF676118}" srcOrd="0" destOrd="0" presId="urn:microsoft.com/office/officeart/2005/8/layout/vList2"/>
    <dgm:cxn modelId="{52B71644-228D-4A73-A532-A730D5D4B778}" type="presParOf" srcId="{BF4F640B-14AA-4FBF-B445-3E72DB9556BC}" destId="{35E41650-69C6-471C-87E9-378B463B18DC}" srcOrd="1" destOrd="0" presId="urn:microsoft.com/office/officeart/2005/8/layout/vList2"/>
    <dgm:cxn modelId="{7F39DA10-D006-4467-86BF-8FE192F3651F}" type="presParOf" srcId="{BF4F640B-14AA-4FBF-B445-3E72DB9556BC}" destId="{4D230B37-135C-483F-9435-43EF6B3F90E1}" srcOrd="2" destOrd="0" presId="urn:microsoft.com/office/officeart/2005/8/layout/vList2"/>
    <dgm:cxn modelId="{A0A84E34-04FF-4859-BC23-32F44E4E2972}" type="presParOf" srcId="{BF4F640B-14AA-4FBF-B445-3E72DB9556BC}" destId="{24EED884-D3F7-485A-A007-34BD38C10017}" srcOrd="3" destOrd="0" presId="urn:microsoft.com/office/officeart/2005/8/layout/vList2"/>
    <dgm:cxn modelId="{A9E03E7B-4D12-4B55-8540-298ADA824DB5}" type="presParOf" srcId="{BF4F640B-14AA-4FBF-B445-3E72DB9556BC}" destId="{C9C7E1D7-E930-4197-94FD-0ABE83EAE7BF}" srcOrd="4" destOrd="0" presId="urn:microsoft.com/office/officeart/2005/8/layout/vList2"/>
    <dgm:cxn modelId="{4F577571-00A1-48EA-9514-1E51FD8CFD3E}" type="presParOf" srcId="{BF4F640B-14AA-4FBF-B445-3E72DB9556BC}" destId="{29CC90CA-8393-4C5C-AF4B-530F3FB81672}" srcOrd="5" destOrd="0" presId="urn:microsoft.com/office/officeart/2005/8/layout/vList2"/>
    <dgm:cxn modelId="{8D05EE79-936A-4407-B0B4-90869C1EDFF0}" type="presParOf" srcId="{BF4F640B-14AA-4FBF-B445-3E72DB9556BC}" destId="{F1F7695B-0E55-4689-81EF-E223FE9ED5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DEF69-CD87-42E1-AAF3-70C5C9292C58}">
      <dsp:nvSpPr>
        <dsp:cNvPr id="0" name=""/>
        <dsp:cNvSpPr/>
      </dsp:nvSpPr>
      <dsp:spPr>
        <a:xfrm>
          <a:off x="6565" y="571208"/>
          <a:ext cx="2052329" cy="2462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0" rIns="20272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Analiza bursieră consumă mult timp</a:t>
          </a:r>
          <a:endParaRPr lang="en-US" sz="2100" kern="1200"/>
        </a:p>
      </dsp:txBody>
      <dsp:txXfrm>
        <a:off x="6565" y="1556326"/>
        <a:ext cx="2052329" cy="1477677"/>
      </dsp:txXfrm>
    </dsp:sp>
    <dsp:sp modelId="{C59D6070-94D0-4883-BF93-F14FB9B7E5E0}">
      <dsp:nvSpPr>
        <dsp:cNvPr id="0" name=""/>
        <dsp:cNvSpPr/>
      </dsp:nvSpPr>
      <dsp:spPr>
        <a:xfrm>
          <a:off x="6565" y="571208"/>
          <a:ext cx="2052329" cy="985118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165100" rIns="20272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01</a:t>
          </a:r>
        </a:p>
      </dsp:txBody>
      <dsp:txXfrm>
        <a:off x="6565" y="571208"/>
        <a:ext cx="2052329" cy="985118"/>
      </dsp:txXfrm>
    </dsp:sp>
    <dsp:sp modelId="{807204FE-9DFF-43A8-99BC-4A81EB755BEE}">
      <dsp:nvSpPr>
        <dsp:cNvPr id="0" name=""/>
        <dsp:cNvSpPr/>
      </dsp:nvSpPr>
      <dsp:spPr>
        <a:xfrm>
          <a:off x="2223081" y="571208"/>
          <a:ext cx="2052329" cy="2462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0" rIns="20272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 dirty="0"/>
            <a:t>Date fragmentate din surse multiple</a:t>
          </a:r>
          <a:endParaRPr lang="en-US" sz="2100" kern="1200" dirty="0"/>
        </a:p>
      </dsp:txBody>
      <dsp:txXfrm>
        <a:off x="2223081" y="1556326"/>
        <a:ext cx="2052329" cy="1477677"/>
      </dsp:txXfrm>
    </dsp:sp>
    <dsp:sp modelId="{F4223E47-6ABF-42DE-88B7-5F3941618467}">
      <dsp:nvSpPr>
        <dsp:cNvPr id="0" name=""/>
        <dsp:cNvSpPr/>
      </dsp:nvSpPr>
      <dsp:spPr>
        <a:xfrm>
          <a:off x="2223081" y="571208"/>
          <a:ext cx="2052329" cy="985118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165100" rIns="20272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02</a:t>
          </a:r>
        </a:p>
      </dsp:txBody>
      <dsp:txXfrm>
        <a:off x="2223081" y="571208"/>
        <a:ext cx="2052329" cy="985118"/>
      </dsp:txXfrm>
    </dsp:sp>
    <dsp:sp modelId="{484C03BA-4969-4843-8262-133AC275D377}">
      <dsp:nvSpPr>
        <dsp:cNvPr id="0" name=""/>
        <dsp:cNvSpPr/>
      </dsp:nvSpPr>
      <dsp:spPr>
        <a:xfrm>
          <a:off x="4439597" y="571208"/>
          <a:ext cx="2052329" cy="2462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0" rIns="20272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Interpretare subiectivă a pieței</a:t>
          </a:r>
          <a:endParaRPr lang="en-US" sz="2100" kern="1200"/>
        </a:p>
      </dsp:txBody>
      <dsp:txXfrm>
        <a:off x="4439597" y="1556326"/>
        <a:ext cx="2052329" cy="1477677"/>
      </dsp:txXfrm>
    </dsp:sp>
    <dsp:sp modelId="{2DBC4868-6B94-4495-94DF-62924ED1ABA5}">
      <dsp:nvSpPr>
        <dsp:cNvPr id="0" name=""/>
        <dsp:cNvSpPr/>
      </dsp:nvSpPr>
      <dsp:spPr>
        <a:xfrm>
          <a:off x="4439597" y="571208"/>
          <a:ext cx="2052329" cy="985118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165100" rIns="20272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03</a:t>
          </a:r>
        </a:p>
      </dsp:txBody>
      <dsp:txXfrm>
        <a:off x="4439597" y="571208"/>
        <a:ext cx="2052329" cy="985118"/>
      </dsp:txXfrm>
    </dsp:sp>
    <dsp:sp modelId="{3649CA74-C9BC-4B8A-ACF9-7115496E131B}">
      <dsp:nvSpPr>
        <dsp:cNvPr id="0" name=""/>
        <dsp:cNvSpPr/>
      </dsp:nvSpPr>
      <dsp:spPr>
        <a:xfrm>
          <a:off x="6656113" y="571208"/>
          <a:ext cx="2052329" cy="2462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0" rIns="20272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Decizii bazate pe emoții</a:t>
          </a:r>
          <a:endParaRPr lang="en-US" sz="2100" kern="1200"/>
        </a:p>
      </dsp:txBody>
      <dsp:txXfrm>
        <a:off x="6656113" y="1556326"/>
        <a:ext cx="2052329" cy="1477677"/>
      </dsp:txXfrm>
    </dsp:sp>
    <dsp:sp modelId="{77D2FE8A-D686-42F8-BFD3-C3207BB68884}">
      <dsp:nvSpPr>
        <dsp:cNvPr id="0" name=""/>
        <dsp:cNvSpPr/>
      </dsp:nvSpPr>
      <dsp:spPr>
        <a:xfrm>
          <a:off x="6656113" y="571208"/>
          <a:ext cx="2052329" cy="985118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165100" rIns="20272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04</a:t>
          </a:r>
        </a:p>
      </dsp:txBody>
      <dsp:txXfrm>
        <a:off x="6656113" y="571208"/>
        <a:ext cx="2052329" cy="985118"/>
      </dsp:txXfrm>
    </dsp:sp>
    <dsp:sp modelId="{34F14E5C-5EC5-4CAD-B7D0-A36B10EB04AB}">
      <dsp:nvSpPr>
        <dsp:cNvPr id="0" name=""/>
        <dsp:cNvSpPr/>
      </dsp:nvSpPr>
      <dsp:spPr>
        <a:xfrm>
          <a:off x="8872629" y="571208"/>
          <a:ext cx="2052329" cy="2462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0" rIns="20272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Risc crescut de erori</a:t>
          </a:r>
          <a:endParaRPr lang="en-US" sz="2100" kern="1200"/>
        </a:p>
      </dsp:txBody>
      <dsp:txXfrm>
        <a:off x="8872629" y="1556326"/>
        <a:ext cx="2052329" cy="1477677"/>
      </dsp:txXfrm>
    </dsp:sp>
    <dsp:sp modelId="{CFB68852-41CC-4444-89D2-E777CD37D864}">
      <dsp:nvSpPr>
        <dsp:cNvPr id="0" name=""/>
        <dsp:cNvSpPr/>
      </dsp:nvSpPr>
      <dsp:spPr>
        <a:xfrm>
          <a:off x="8872629" y="571208"/>
          <a:ext cx="2052329" cy="985118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2725" tIns="165100" rIns="20272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05</a:t>
          </a:r>
        </a:p>
      </dsp:txBody>
      <dsp:txXfrm>
        <a:off x="8872629" y="571208"/>
        <a:ext cx="2052329" cy="985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4712F9-342D-4FF2-BFE4-E61B33B4CF96}">
      <dsp:nvSpPr>
        <dsp:cNvPr id="0" name=""/>
        <dsp:cNvSpPr/>
      </dsp:nvSpPr>
      <dsp:spPr>
        <a:xfrm>
          <a:off x="989988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i="0" kern="1200" baseline="0"/>
            <a:t>Decizii investiționale ineficiente</a:t>
          </a:r>
          <a:endParaRPr lang="en-US" sz="3000" kern="1200"/>
        </a:p>
      </dsp:txBody>
      <dsp:txXfrm>
        <a:off x="989988" y="1640"/>
        <a:ext cx="2765832" cy="1659499"/>
      </dsp:txXfrm>
    </dsp:sp>
    <dsp:sp modelId="{A9BF05E2-7973-467B-92CD-8B542A579405}">
      <dsp:nvSpPr>
        <dsp:cNvPr id="0" name=""/>
        <dsp:cNvSpPr/>
      </dsp:nvSpPr>
      <dsp:spPr>
        <a:xfrm>
          <a:off x="4032404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i="0" kern="1200" baseline="0"/>
            <a:t>Pierderi financiare potențiale</a:t>
          </a:r>
          <a:endParaRPr lang="en-US" sz="3000" kern="1200"/>
        </a:p>
      </dsp:txBody>
      <dsp:txXfrm>
        <a:off x="4032404" y="1640"/>
        <a:ext cx="2765832" cy="1659499"/>
      </dsp:txXfrm>
    </dsp:sp>
    <dsp:sp modelId="{D0CC43EA-508E-4CF2-9BD0-2056A7A3EECB}">
      <dsp:nvSpPr>
        <dsp:cNvPr id="0" name=""/>
        <dsp:cNvSpPr/>
      </dsp:nvSpPr>
      <dsp:spPr>
        <a:xfrm>
          <a:off x="7074820" y="1640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i="0" kern="1200" baseline="0"/>
            <a:t>Lipsă încredere în semnale</a:t>
          </a:r>
          <a:endParaRPr lang="en-US" sz="3000" kern="1200"/>
        </a:p>
      </dsp:txBody>
      <dsp:txXfrm>
        <a:off x="7074820" y="1640"/>
        <a:ext cx="2765832" cy="1659499"/>
      </dsp:txXfrm>
    </dsp:sp>
    <dsp:sp modelId="{5F11976D-65B2-42D8-B4F7-24E6D6EACE1D}">
      <dsp:nvSpPr>
        <dsp:cNvPr id="0" name=""/>
        <dsp:cNvSpPr/>
      </dsp:nvSpPr>
      <dsp:spPr>
        <a:xfrm>
          <a:off x="2511196" y="1937723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i="0" kern="1200" baseline="0"/>
            <a:t>Suprasolicitare informațională</a:t>
          </a:r>
          <a:endParaRPr lang="en-US" sz="3000" kern="1200"/>
        </a:p>
      </dsp:txBody>
      <dsp:txXfrm>
        <a:off x="2511196" y="1937723"/>
        <a:ext cx="2765832" cy="1659499"/>
      </dsp:txXfrm>
    </dsp:sp>
    <dsp:sp modelId="{73F9C7D1-55BF-4A69-A167-ECF29DA767DE}">
      <dsp:nvSpPr>
        <dsp:cNvPr id="0" name=""/>
        <dsp:cNvSpPr/>
      </dsp:nvSpPr>
      <dsp:spPr>
        <a:xfrm>
          <a:off x="5553612" y="1937723"/>
          <a:ext cx="2765832" cy="1659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i="0" kern="1200" baseline="0"/>
            <a:t>Reacție lentă la piață</a:t>
          </a:r>
          <a:endParaRPr lang="en-US" sz="3000" kern="1200"/>
        </a:p>
      </dsp:txBody>
      <dsp:txXfrm>
        <a:off x="5553612" y="1937723"/>
        <a:ext cx="2765832" cy="16594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ABA6C-A6C3-43A0-A112-801ACA6B0609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1A08A-A506-416E-B46A-1367529200CA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Automatizare completă analiză bursieră</a:t>
          </a:r>
          <a:endParaRPr lang="en-US" sz="2900" kern="1200"/>
        </a:p>
      </dsp:txBody>
      <dsp:txXfrm>
        <a:off x="395110" y="1049709"/>
        <a:ext cx="2932811" cy="1820978"/>
      </dsp:txXfrm>
    </dsp:sp>
    <dsp:sp modelId="{5D157502-D994-4553-AD49-D239B2B859F5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9871D-97B6-457D-AE4A-1AFBB7A68A0F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Agregare date tehnice și sentiment</a:t>
          </a:r>
          <a:endParaRPr lang="en-US" sz="2900" kern="1200"/>
        </a:p>
      </dsp:txBody>
      <dsp:txXfrm>
        <a:off x="4118143" y="1049709"/>
        <a:ext cx="2932811" cy="1820978"/>
      </dsp:txXfrm>
    </dsp:sp>
    <dsp:sp modelId="{FA9E5E88-FA11-406F-AAED-B42A3E2F0B3C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3C20C-449D-4BD0-B096-C34C2CA11180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Alerte clare, structurate</a:t>
          </a:r>
          <a:endParaRPr lang="en-US" sz="2900" kern="1200"/>
        </a:p>
      </dsp:txBody>
      <dsp:txXfrm>
        <a:off x="7841176" y="1049709"/>
        <a:ext cx="2932811" cy="18209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B4B91-8761-4B88-B319-60373E8D29D9}">
      <dsp:nvSpPr>
        <dsp:cNvPr id="0" name=""/>
        <dsp:cNvSpPr/>
      </dsp:nvSpPr>
      <dsp:spPr>
        <a:xfrm>
          <a:off x="0" y="390737"/>
          <a:ext cx="62611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D54AD7-7DD3-4956-AA6F-0C956770AE44}">
      <dsp:nvSpPr>
        <dsp:cNvPr id="0" name=""/>
        <dsp:cNvSpPr/>
      </dsp:nvSpPr>
      <dsp:spPr>
        <a:xfrm>
          <a:off x="313055" y="21737"/>
          <a:ext cx="4382770" cy="738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Workflow automat în n8n</a:t>
          </a:r>
          <a:endParaRPr lang="en-US" sz="2500" kern="1200"/>
        </a:p>
      </dsp:txBody>
      <dsp:txXfrm>
        <a:off x="349081" y="57763"/>
        <a:ext cx="4310718" cy="665948"/>
      </dsp:txXfrm>
    </dsp:sp>
    <dsp:sp modelId="{B7A466FA-A2A5-48DC-B80E-3E6BF63B4707}">
      <dsp:nvSpPr>
        <dsp:cNvPr id="0" name=""/>
        <dsp:cNvSpPr/>
      </dsp:nvSpPr>
      <dsp:spPr>
        <a:xfrm>
          <a:off x="0" y="1524737"/>
          <a:ext cx="62611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31D5029-E4F4-4B2A-9F14-81707D1068FF}">
      <dsp:nvSpPr>
        <dsp:cNvPr id="0" name=""/>
        <dsp:cNvSpPr/>
      </dsp:nvSpPr>
      <dsp:spPr>
        <a:xfrm>
          <a:off x="313055" y="1155737"/>
          <a:ext cx="4382770" cy="7380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Analiză tehnică + predicții</a:t>
          </a:r>
          <a:endParaRPr lang="en-US" sz="2500" kern="1200"/>
        </a:p>
      </dsp:txBody>
      <dsp:txXfrm>
        <a:off x="349081" y="1191763"/>
        <a:ext cx="4310718" cy="665948"/>
      </dsp:txXfrm>
    </dsp:sp>
    <dsp:sp modelId="{89076B6E-E356-47E2-A39E-BD03A8821126}">
      <dsp:nvSpPr>
        <dsp:cNvPr id="0" name=""/>
        <dsp:cNvSpPr/>
      </dsp:nvSpPr>
      <dsp:spPr>
        <a:xfrm>
          <a:off x="0" y="2658737"/>
          <a:ext cx="62611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AE8DBC-369D-4388-BD8F-7AEF406E8106}">
      <dsp:nvSpPr>
        <dsp:cNvPr id="0" name=""/>
        <dsp:cNvSpPr/>
      </dsp:nvSpPr>
      <dsp:spPr>
        <a:xfrm>
          <a:off x="313055" y="2289737"/>
          <a:ext cx="4382770" cy="7380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Analiză știri și social</a:t>
          </a:r>
          <a:endParaRPr lang="en-US" sz="2500" kern="1200"/>
        </a:p>
      </dsp:txBody>
      <dsp:txXfrm>
        <a:off x="349081" y="2325763"/>
        <a:ext cx="4310718" cy="665948"/>
      </dsp:txXfrm>
    </dsp:sp>
    <dsp:sp modelId="{B8C46AFB-A35F-4D95-8599-A6384A5CF53E}">
      <dsp:nvSpPr>
        <dsp:cNvPr id="0" name=""/>
        <dsp:cNvSpPr/>
      </dsp:nvSpPr>
      <dsp:spPr>
        <a:xfrm>
          <a:off x="0" y="3792737"/>
          <a:ext cx="62611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2FCC484-2988-4E00-B9FE-A6FE6A85CFB4}">
      <dsp:nvSpPr>
        <dsp:cNvPr id="0" name=""/>
        <dsp:cNvSpPr/>
      </dsp:nvSpPr>
      <dsp:spPr>
        <a:xfrm>
          <a:off x="313055" y="3423737"/>
          <a:ext cx="4382770" cy="7380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 dirty="0"/>
            <a:t>Recomandare BUY / SELL / HOLD</a:t>
          </a:r>
          <a:endParaRPr lang="en-US" sz="2500" kern="1200" dirty="0"/>
        </a:p>
      </dsp:txBody>
      <dsp:txXfrm>
        <a:off x="349081" y="3459763"/>
        <a:ext cx="4310718" cy="665948"/>
      </dsp:txXfrm>
    </dsp:sp>
    <dsp:sp modelId="{92961AB6-388C-496B-BEF6-114BC92777F7}">
      <dsp:nvSpPr>
        <dsp:cNvPr id="0" name=""/>
        <dsp:cNvSpPr/>
      </dsp:nvSpPr>
      <dsp:spPr>
        <a:xfrm>
          <a:off x="0" y="4926737"/>
          <a:ext cx="62611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B1D06D-942A-4A08-88C5-B7BACB65010F}">
      <dsp:nvSpPr>
        <dsp:cNvPr id="0" name=""/>
        <dsp:cNvSpPr/>
      </dsp:nvSpPr>
      <dsp:spPr>
        <a:xfrm>
          <a:off x="313055" y="4557737"/>
          <a:ext cx="4382770" cy="7380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 dirty="0"/>
            <a:t>Notificări Discord</a:t>
          </a:r>
          <a:endParaRPr lang="en-US" sz="2500" kern="1200" dirty="0"/>
        </a:p>
      </dsp:txBody>
      <dsp:txXfrm>
        <a:off x="349081" y="4593763"/>
        <a:ext cx="4310718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BED49-0FA4-461A-93B7-38264B59852A}">
      <dsp:nvSpPr>
        <dsp:cNvPr id="0" name=""/>
        <dsp:cNvSpPr/>
      </dsp:nvSpPr>
      <dsp:spPr>
        <a:xfrm>
          <a:off x="1626266" y="1080862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8155" y="1124716"/>
        <a:ext cx="18651" cy="3730"/>
      </dsp:txXfrm>
    </dsp:sp>
    <dsp:sp modelId="{836DC060-3FF9-4294-926D-9FAA44268B16}">
      <dsp:nvSpPr>
        <dsp:cNvPr id="0" name=""/>
        <dsp:cNvSpPr/>
      </dsp:nvSpPr>
      <dsp:spPr>
        <a:xfrm>
          <a:off x="6196" y="640021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dirty="0"/>
            <a:t>Trigger / Schedule </a:t>
          </a:r>
          <a:endParaRPr lang="en-US" sz="1500" kern="1200" dirty="0"/>
        </a:p>
      </dsp:txBody>
      <dsp:txXfrm>
        <a:off x="6196" y="640021"/>
        <a:ext cx="1621869" cy="973121"/>
      </dsp:txXfrm>
    </dsp:sp>
    <dsp:sp modelId="{FF669C35-35B4-4D43-851D-0041EB63554B}">
      <dsp:nvSpPr>
        <dsp:cNvPr id="0" name=""/>
        <dsp:cNvSpPr/>
      </dsp:nvSpPr>
      <dsp:spPr>
        <a:xfrm>
          <a:off x="3621165" y="1080862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3054" y="1124716"/>
        <a:ext cx="18651" cy="3730"/>
      </dsp:txXfrm>
    </dsp:sp>
    <dsp:sp modelId="{E94DED61-1B87-4B28-A7BB-92ECE82A38EF}">
      <dsp:nvSpPr>
        <dsp:cNvPr id="0" name=""/>
        <dsp:cNvSpPr/>
      </dsp:nvSpPr>
      <dsp:spPr>
        <a:xfrm>
          <a:off x="2001096" y="640021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Selectare simboluri </a:t>
          </a:r>
          <a:endParaRPr lang="en-US" sz="1500" kern="1200"/>
        </a:p>
      </dsp:txBody>
      <dsp:txXfrm>
        <a:off x="2001096" y="640021"/>
        <a:ext cx="1621869" cy="973121"/>
      </dsp:txXfrm>
    </dsp:sp>
    <dsp:sp modelId="{B0B363BA-21A0-409B-8F1B-B2C5B74E0C72}">
      <dsp:nvSpPr>
        <dsp:cNvPr id="0" name=""/>
        <dsp:cNvSpPr/>
      </dsp:nvSpPr>
      <dsp:spPr>
        <a:xfrm>
          <a:off x="5616065" y="1080862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77954" y="1124716"/>
        <a:ext cx="18651" cy="3730"/>
      </dsp:txXfrm>
    </dsp:sp>
    <dsp:sp modelId="{F2108D49-AB79-4382-9394-025B02EBBB61}">
      <dsp:nvSpPr>
        <dsp:cNvPr id="0" name=""/>
        <dsp:cNvSpPr/>
      </dsp:nvSpPr>
      <dsp:spPr>
        <a:xfrm>
          <a:off x="3995995" y="640021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Colectare date (preț, volum, știri, analiști, social)</a:t>
          </a:r>
          <a:endParaRPr lang="en-US" sz="1500" kern="1200"/>
        </a:p>
      </dsp:txBody>
      <dsp:txXfrm>
        <a:off x="3995995" y="640021"/>
        <a:ext cx="1621869" cy="973121"/>
      </dsp:txXfrm>
    </dsp:sp>
    <dsp:sp modelId="{251F6E04-2D33-4647-AB50-BF58317A5018}">
      <dsp:nvSpPr>
        <dsp:cNvPr id="0" name=""/>
        <dsp:cNvSpPr/>
      </dsp:nvSpPr>
      <dsp:spPr>
        <a:xfrm>
          <a:off x="7610964" y="1080862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72854" y="1124716"/>
        <a:ext cx="18651" cy="3730"/>
      </dsp:txXfrm>
    </dsp:sp>
    <dsp:sp modelId="{2C658088-5EB1-48A8-ADB3-149F2C1441E2}">
      <dsp:nvSpPr>
        <dsp:cNvPr id="0" name=""/>
        <dsp:cNvSpPr/>
      </dsp:nvSpPr>
      <dsp:spPr>
        <a:xfrm>
          <a:off x="5990895" y="640021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Analiză tehnică  (SMA, RSI, t</a:t>
          </a:r>
          <a:r>
            <a:rPr lang="en-US" sz="1500" kern="1200"/>
            <a:t>1</a:t>
          </a:r>
          <a:r>
            <a:rPr lang="ro-RO" sz="1500" kern="1200"/>
            <a:t>rend)   </a:t>
          </a:r>
          <a:endParaRPr lang="en-US" sz="1500" kern="1200"/>
        </a:p>
      </dsp:txBody>
      <dsp:txXfrm>
        <a:off x="5990895" y="640021"/>
        <a:ext cx="1621869" cy="973121"/>
      </dsp:txXfrm>
    </dsp:sp>
    <dsp:sp modelId="{4D68C8DB-92DB-4B67-8B07-607AD385A577}">
      <dsp:nvSpPr>
        <dsp:cNvPr id="0" name=""/>
        <dsp:cNvSpPr/>
      </dsp:nvSpPr>
      <dsp:spPr>
        <a:xfrm>
          <a:off x="817131" y="1611342"/>
          <a:ext cx="7979598" cy="342430"/>
        </a:xfrm>
        <a:custGeom>
          <a:avLst/>
          <a:gdLst/>
          <a:ahLst/>
          <a:cxnLst/>
          <a:rect l="0" t="0" r="0" b="0"/>
          <a:pathLst>
            <a:path>
              <a:moveTo>
                <a:pt x="7979598" y="0"/>
              </a:moveTo>
              <a:lnTo>
                <a:pt x="7979598" y="188315"/>
              </a:lnTo>
              <a:lnTo>
                <a:pt x="0" y="188315"/>
              </a:lnTo>
              <a:lnTo>
                <a:pt x="0" y="34243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7222" y="1780692"/>
        <a:ext cx="399415" cy="3730"/>
      </dsp:txXfrm>
    </dsp:sp>
    <dsp:sp modelId="{89B53498-B325-48B5-9A45-948D8F7FB854}">
      <dsp:nvSpPr>
        <dsp:cNvPr id="0" name=""/>
        <dsp:cNvSpPr/>
      </dsp:nvSpPr>
      <dsp:spPr>
        <a:xfrm>
          <a:off x="7985794" y="640021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Predicție preț  (model matematic)</a:t>
          </a:r>
          <a:endParaRPr lang="en-US" sz="1500" kern="1200"/>
        </a:p>
      </dsp:txBody>
      <dsp:txXfrm>
        <a:off x="7985794" y="640021"/>
        <a:ext cx="1621869" cy="973121"/>
      </dsp:txXfrm>
    </dsp:sp>
    <dsp:sp modelId="{61604929-8618-499D-AC36-3DE47182DA46}">
      <dsp:nvSpPr>
        <dsp:cNvPr id="0" name=""/>
        <dsp:cNvSpPr/>
      </dsp:nvSpPr>
      <dsp:spPr>
        <a:xfrm>
          <a:off x="1626266" y="2427013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8155" y="2470868"/>
        <a:ext cx="18651" cy="3730"/>
      </dsp:txXfrm>
    </dsp:sp>
    <dsp:sp modelId="{E47BAE33-CDD0-4A70-BF42-5399D537B157}">
      <dsp:nvSpPr>
        <dsp:cNvPr id="0" name=""/>
        <dsp:cNvSpPr/>
      </dsp:nvSpPr>
      <dsp:spPr>
        <a:xfrm>
          <a:off x="6196" y="1986173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Analiză sentiment  (știri + social)</a:t>
          </a:r>
          <a:endParaRPr lang="en-US" sz="1500" kern="1200"/>
        </a:p>
      </dsp:txBody>
      <dsp:txXfrm>
        <a:off x="6196" y="1986173"/>
        <a:ext cx="1621869" cy="973121"/>
      </dsp:txXfrm>
    </dsp:sp>
    <dsp:sp modelId="{F3E5283E-2CA4-470F-92F4-D46059D8E15C}">
      <dsp:nvSpPr>
        <dsp:cNvPr id="0" name=""/>
        <dsp:cNvSpPr/>
      </dsp:nvSpPr>
      <dsp:spPr>
        <a:xfrm>
          <a:off x="3621165" y="2427013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3054" y="2470868"/>
        <a:ext cx="18651" cy="3730"/>
      </dsp:txXfrm>
    </dsp:sp>
    <dsp:sp modelId="{6CCE24AD-8E47-45DC-8B02-1BB30D94E177}">
      <dsp:nvSpPr>
        <dsp:cNvPr id="0" name=""/>
        <dsp:cNvSpPr/>
      </dsp:nvSpPr>
      <dsp:spPr>
        <a:xfrm>
          <a:off x="2001096" y="1986173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Combinare scoruri </a:t>
          </a:r>
          <a:endParaRPr lang="en-US" sz="1500" kern="1200"/>
        </a:p>
      </dsp:txBody>
      <dsp:txXfrm>
        <a:off x="2001096" y="1986173"/>
        <a:ext cx="1621869" cy="973121"/>
      </dsp:txXfrm>
    </dsp:sp>
    <dsp:sp modelId="{D6908A79-5D76-4509-B019-5CE31257FBDE}">
      <dsp:nvSpPr>
        <dsp:cNvPr id="0" name=""/>
        <dsp:cNvSpPr/>
      </dsp:nvSpPr>
      <dsp:spPr>
        <a:xfrm>
          <a:off x="5616065" y="2427013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77954" y="2470868"/>
        <a:ext cx="18651" cy="3730"/>
      </dsp:txXfrm>
    </dsp:sp>
    <dsp:sp modelId="{D7B7EDC0-3ABD-4B0F-A899-E914B044939A}">
      <dsp:nvSpPr>
        <dsp:cNvPr id="0" name=""/>
        <dsp:cNvSpPr/>
      </dsp:nvSpPr>
      <dsp:spPr>
        <a:xfrm>
          <a:off x="3995995" y="1986173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Recomandare finală  (BUY / SELL / HOLD)</a:t>
          </a:r>
          <a:endParaRPr lang="en-US" sz="1500" kern="1200"/>
        </a:p>
      </dsp:txBody>
      <dsp:txXfrm>
        <a:off x="3995995" y="1986173"/>
        <a:ext cx="1621869" cy="973121"/>
      </dsp:txXfrm>
    </dsp:sp>
    <dsp:sp modelId="{AB9561B2-3E3E-4021-8ABE-5A8B6D78E821}">
      <dsp:nvSpPr>
        <dsp:cNvPr id="0" name=""/>
        <dsp:cNvSpPr/>
      </dsp:nvSpPr>
      <dsp:spPr>
        <a:xfrm>
          <a:off x="7610964" y="2427013"/>
          <a:ext cx="3424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43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72854" y="2470868"/>
        <a:ext cx="18651" cy="3730"/>
      </dsp:txXfrm>
    </dsp:sp>
    <dsp:sp modelId="{6169C246-7665-4043-9179-F9292AD37072}">
      <dsp:nvSpPr>
        <dsp:cNvPr id="0" name=""/>
        <dsp:cNvSpPr/>
      </dsp:nvSpPr>
      <dsp:spPr>
        <a:xfrm>
          <a:off x="5990895" y="1986173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dirty="0"/>
            <a:t>Validare AI</a:t>
          </a:r>
          <a:endParaRPr lang="en-US" sz="1500" kern="1200" dirty="0"/>
        </a:p>
      </dsp:txBody>
      <dsp:txXfrm>
        <a:off x="5990895" y="1986173"/>
        <a:ext cx="1621869" cy="973121"/>
      </dsp:txXfrm>
    </dsp:sp>
    <dsp:sp modelId="{ECA150D1-49B7-4F69-93B4-EEC597FEDBAA}">
      <dsp:nvSpPr>
        <dsp:cNvPr id="0" name=""/>
        <dsp:cNvSpPr/>
      </dsp:nvSpPr>
      <dsp:spPr>
        <a:xfrm>
          <a:off x="7985794" y="1986173"/>
          <a:ext cx="1621869" cy="973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473" tIns="83421" rIns="79473" bIns="834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/>
            <a:t>Notificare utilizator Discord</a:t>
          </a:r>
          <a:endParaRPr lang="en-US" sz="1500" kern="1200"/>
        </a:p>
      </dsp:txBody>
      <dsp:txXfrm>
        <a:off x="7985794" y="1986173"/>
        <a:ext cx="1621869" cy="9731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9C0AE-D927-410C-9822-4279D73EDCC0}">
      <dsp:nvSpPr>
        <dsp:cNvPr id="0" name=""/>
        <dsp:cNvSpPr/>
      </dsp:nvSpPr>
      <dsp:spPr>
        <a:xfrm>
          <a:off x="3701" y="1131497"/>
          <a:ext cx="1803872" cy="1145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59477-B5B5-4FE6-ADBB-F3D2172C250B}">
      <dsp:nvSpPr>
        <dsp:cNvPr id="0" name=""/>
        <dsp:cNvSpPr/>
      </dsp:nvSpPr>
      <dsp:spPr>
        <a:xfrm>
          <a:off x="204132" y="1321906"/>
          <a:ext cx="1803872" cy="11454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i="0" kern="1200" baseline="0"/>
            <a:t>Prețuri istorice acțiuni</a:t>
          </a:r>
          <a:endParaRPr lang="en-US" sz="1900" kern="1200"/>
        </a:p>
      </dsp:txBody>
      <dsp:txXfrm>
        <a:off x="237681" y="1355455"/>
        <a:ext cx="1736774" cy="1078361"/>
      </dsp:txXfrm>
    </dsp:sp>
    <dsp:sp modelId="{93620285-6A72-419F-9496-E4A6AADCCDFE}">
      <dsp:nvSpPr>
        <dsp:cNvPr id="0" name=""/>
        <dsp:cNvSpPr/>
      </dsp:nvSpPr>
      <dsp:spPr>
        <a:xfrm>
          <a:off x="2208435" y="1131497"/>
          <a:ext cx="1803872" cy="1145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FB4E5-DA8D-447C-85DF-243C52598EBC}">
      <dsp:nvSpPr>
        <dsp:cNvPr id="0" name=""/>
        <dsp:cNvSpPr/>
      </dsp:nvSpPr>
      <dsp:spPr>
        <a:xfrm>
          <a:off x="2408865" y="1321906"/>
          <a:ext cx="1803872" cy="11454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i="0" kern="1200" baseline="0"/>
            <a:t>Volume tranzacționare</a:t>
          </a:r>
          <a:endParaRPr lang="en-US" sz="1900" kern="1200"/>
        </a:p>
      </dsp:txBody>
      <dsp:txXfrm>
        <a:off x="2442414" y="1355455"/>
        <a:ext cx="1736774" cy="1078361"/>
      </dsp:txXfrm>
    </dsp:sp>
    <dsp:sp modelId="{DEB2B968-1770-4849-8251-8E295FF940D9}">
      <dsp:nvSpPr>
        <dsp:cNvPr id="0" name=""/>
        <dsp:cNvSpPr/>
      </dsp:nvSpPr>
      <dsp:spPr>
        <a:xfrm>
          <a:off x="4413168" y="1131497"/>
          <a:ext cx="1803872" cy="1145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32D83-F838-4B47-8F0F-DCED095CDECA}">
      <dsp:nvSpPr>
        <dsp:cNvPr id="0" name=""/>
        <dsp:cNvSpPr/>
      </dsp:nvSpPr>
      <dsp:spPr>
        <a:xfrm>
          <a:off x="4613599" y="1321906"/>
          <a:ext cx="1803872" cy="11454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i="0" kern="1200" baseline="0"/>
            <a:t>Știri financiare relevante</a:t>
          </a:r>
          <a:endParaRPr lang="en-US" sz="1900" kern="1200"/>
        </a:p>
      </dsp:txBody>
      <dsp:txXfrm>
        <a:off x="4647148" y="1355455"/>
        <a:ext cx="1736774" cy="1078361"/>
      </dsp:txXfrm>
    </dsp:sp>
    <dsp:sp modelId="{D9FA7877-852D-4F75-B5B6-D0E27E0A9032}">
      <dsp:nvSpPr>
        <dsp:cNvPr id="0" name=""/>
        <dsp:cNvSpPr/>
      </dsp:nvSpPr>
      <dsp:spPr>
        <a:xfrm>
          <a:off x="6617902" y="1131497"/>
          <a:ext cx="1803872" cy="1145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403DB-35E1-4D02-ACBB-4222266C95CE}">
      <dsp:nvSpPr>
        <dsp:cNvPr id="0" name=""/>
        <dsp:cNvSpPr/>
      </dsp:nvSpPr>
      <dsp:spPr>
        <a:xfrm>
          <a:off x="6818332" y="1321906"/>
          <a:ext cx="1803872" cy="11454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i="0" kern="1200" baseline="0"/>
            <a:t>Ratinguri analiști</a:t>
          </a:r>
          <a:endParaRPr lang="en-US" sz="1900" kern="1200"/>
        </a:p>
      </dsp:txBody>
      <dsp:txXfrm>
        <a:off x="6851881" y="1355455"/>
        <a:ext cx="1736774" cy="1078361"/>
      </dsp:txXfrm>
    </dsp:sp>
    <dsp:sp modelId="{D3D1F14D-A4C0-4A2A-B6DC-FA798710A4F4}">
      <dsp:nvSpPr>
        <dsp:cNvPr id="0" name=""/>
        <dsp:cNvSpPr/>
      </dsp:nvSpPr>
      <dsp:spPr>
        <a:xfrm>
          <a:off x="8822635" y="1131497"/>
          <a:ext cx="1803872" cy="11454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8C78B-3ED7-4765-A574-31DF1C89FAE7}">
      <dsp:nvSpPr>
        <dsp:cNvPr id="0" name=""/>
        <dsp:cNvSpPr/>
      </dsp:nvSpPr>
      <dsp:spPr>
        <a:xfrm>
          <a:off x="9023066" y="1321906"/>
          <a:ext cx="1803872" cy="11454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i="0" kern="1200" baseline="0"/>
            <a:t>Postări social media</a:t>
          </a:r>
          <a:endParaRPr lang="en-US" sz="1900" kern="1200"/>
        </a:p>
      </dsp:txBody>
      <dsp:txXfrm>
        <a:off x="9056615" y="1355455"/>
        <a:ext cx="1736774" cy="10783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74F20-6E7D-4481-A83B-EFE878944560}">
      <dsp:nvSpPr>
        <dsp:cNvPr id="0" name=""/>
        <dsp:cNvSpPr/>
      </dsp:nvSpPr>
      <dsp:spPr>
        <a:xfrm>
          <a:off x="3173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762D4-5AD7-462D-AE7C-03B6F87578DF}">
      <dsp:nvSpPr>
        <dsp:cNvPr id="0" name=""/>
        <dsp:cNvSpPr/>
      </dsp:nvSpPr>
      <dsp:spPr>
        <a:xfrm>
          <a:off x="254900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Medii mobile SMA</a:t>
          </a:r>
          <a:endParaRPr lang="en-US" sz="2100" kern="1200"/>
        </a:p>
      </dsp:txBody>
      <dsp:txXfrm>
        <a:off x="297036" y="1241826"/>
        <a:ext cx="2181278" cy="1354352"/>
      </dsp:txXfrm>
    </dsp:sp>
    <dsp:sp modelId="{2455F048-B02E-4B1F-B120-1ABD63F2EBAD}">
      <dsp:nvSpPr>
        <dsp:cNvPr id="0" name=""/>
        <dsp:cNvSpPr/>
      </dsp:nvSpPr>
      <dsp:spPr>
        <a:xfrm>
          <a:off x="2772178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B90E6-E99F-4353-9279-9E58D6401604}">
      <dsp:nvSpPr>
        <dsp:cNvPr id="0" name=""/>
        <dsp:cNvSpPr/>
      </dsp:nvSpPr>
      <dsp:spPr>
        <a:xfrm>
          <a:off x="3023906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Indicator RSI</a:t>
          </a:r>
          <a:endParaRPr lang="en-US" sz="2100" kern="1200"/>
        </a:p>
      </dsp:txBody>
      <dsp:txXfrm>
        <a:off x="3066042" y="1241826"/>
        <a:ext cx="2181278" cy="1354352"/>
      </dsp:txXfrm>
    </dsp:sp>
    <dsp:sp modelId="{8A2871C2-F87A-4B55-B9D9-77232EB7A306}">
      <dsp:nvSpPr>
        <dsp:cNvPr id="0" name=""/>
        <dsp:cNvSpPr/>
      </dsp:nvSpPr>
      <dsp:spPr>
        <a:xfrm>
          <a:off x="5541184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32E07-9642-43AE-A35C-D88FAECC6A15}">
      <dsp:nvSpPr>
        <dsp:cNvPr id="0" name=""/>
        <dsp:cNvSpPr/>
      </dsp:nvSpPr>
      <dsp:spPr>
        <a:xfrm>
          <a:off x="5792912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Identificare trend piață</a:t>
          </a:r>
          <a:endParaRPr lang="en-US" sz="2100" kern="1200"/>
        </a:p>
      </dsp:txBody>
      <dsp:txXfrm>
        <a:off x="5835048" y="1241826"/>
        <a:ext cx="2181278" cy="1354352"/>
      </dsp:txXfrm>
    </dsp:sp>
    <dsp:sp modelId="{53469C43-B8EA-48F9-B602-A03CC49B8B0A}">
      <dsp:nvSpPr>
        <dsp:cNvPr id="0" name=""/>
        <dsp:cNvSpPr/>
      </dsp:nvSpPr>
      <dsp:spPr>
        <a:xfrm>
          <a:off x="8310190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6A652-9E08-4EE5-81E9-CBA2A41922A0}">
      <dsp:nvSpPr>
        <dsp:cNvPr id="0" name=""/>
        <dsp:cNvSpPr/>
      </dsp:nvSpPr>
      <dsp:spPr>
        <a:xfrm>
          <a:off x="8561917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i="0" kern="1200" baseline="0"/>
            <a:t>Detectare supracumpărare</a:t>
          </a:r>
          <a:endParaRPr lang="en-US" sz="2100" kern="1200"/>
        </a:p>
      </dsp:txBody>
      <dsp:txXfrm>
        <a:off x="8604053" y="1241826"/>
        <a:ext cx="2181278" cy="13543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3E5AC-7598-4549-89A8-1BFC789172B1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4DBEF-93D0-4499-82A2-75E2D4B5C0FC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Model regresie preț</a:t>
          </a:r>
          <a:endParaRPr lang="en-US" sz="2900" kern="1200"/>
        </a:p>
      </dsp:txBody>
      <dsp:txXfrm>
        <a:off x="395110" y="1049709"/>
        <a:ext cx="2932811" cy="1820978"/>
      </dsp:txXfrm>
    </dsp:sp>
    <dsp:sp modelId="{001B9B80-0E03-419C-8721-5884EC41D5DE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84C48-4E82-4BF6-A1DA-C5F4388C92DB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Recomandare BUY/SELL/HOLD</a:t>
          </a:r>
          <a:endParaRPr lang="en-US" sz="2900" kern="1200"/>
        </a:p>
      </dsp:txBody>
      <dsp:txXfrm>
        <a:off x="4118143" y="1049709"/>
        <a:ext cx="2932811" cy="1820978"/>
      </dsp:txXfrm>
    </dsp:sp>
    <dsp:sp modelId="{FE098A1F-84CC-4FBF-9AA3-B73169750D0C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CA197-9AE1-4105-BA68-F65B76F9DB4C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b="0" i="0" kern="1200" baseline="0"/>
            <a:t>Scor încredere predicție</a:t>
          </a:r>
          <a:endParaRPr lang="en-US" sz="2900" kern="1200"/>
        </a:p>
      </dsp:txBody>
      <dsp:txXfrm>
        <a:off x="7841176" y="1049709"/>
        <a:ext cx="2932811" cy="18209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91814-739E-4021-BEC2-C012B3E4C4B9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AE115-4D74-405D-91D0-EBA7B97DCC10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Analiză AI independentă</a:t>
          </a:r>
          <a:endParaRPr lang="en-US" sz="3400" kern="1200"/>
        </a:p>
      </dsp:txBody>
      <dsp:txXfrm>
        <a:off x="395110" y="1049709"/>
        <a:ext cx="2932811" cy="1820978"/>
      </dsp:txXfrm>
    </dsp:sp>
    <dsp:sp modelId="{E4C83E2D-4C24-4C99-ACE0-461045F31D85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03525-F2D3-48CC-90A0-61C7BE75A3DC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Confirmare sau respingere</a:t>
          </a:r>
          <a:endParaRPr lang="en-US" sz="3400" kern="1200"/>
        </a:p>
      </dsp:txBody>
      <dsp:txXfrm>
        <a:off x="4118143" y="1049709"/>
        <a:ext cx="2932811" cy="1820978"/>
      </dsp:txXfrm>
    </dsp:sp>
    <dsp:sp modelId="{80EADCAB-B9BD-4CA5-9D4E-93C71AA6134B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99F7F-CFFE-4D5A-AC0E-8BD01A8A6446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Ajustare recomandare finală</a:t>
          </a:r>
          <a:endParaRPr lang="en-US" sz="3400" kern="1200"/>
        </a:p>
      </dsp:txBody>
      <dsp:txXfrm>
        <a:off x="7841176" y="1049709"/>
        <a:ext cx="2932811" cy="18209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31341-69AE-4C69-B310-10112505E153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18615-B30F-44C2-A0CC-9B8D4D9464C8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800" b="0" i="0" kern="1200" baseline="0"/>
            <a:t>Mesaj structurat automat</a:t>
          </a:r>
          <a:endParaRPr lang="en-US" sz="3800" kern="1200"/>
        </a:p>
      </dsp:txBody>
      <dsp:txXfrm>
        <a:off x="395110" y="1049709"/>
        <a:ext cx="2932811" cy="1820978"/>
      </dsp:txXfrm>
    </dsp:sp>
    <dsp:sp modelId="{8FDA7F29-37E6-4734-86BB-FFB72578650D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FCD4B-9F87-4AEB-99A3-4BF1BF6EDA6C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800" b="0" i="0" kern="1200" baseline="0"/>
            <a:t>Alertă Telegram / Discord</a:t>
          </a:r>
          <a:endParaRPr lang="en-US" sz="3800" kern="1200"/>
        </a:p>
      </dsp:txBody>
      <dsp:txXfrm>
        <a:off x="4118143" y="1049709"/>
        <a:ext cx="2932811" cy="1820978"/>
      </dsp:txXfrm>
    </dsp:sp>
    <dsp:sp modelId="{E9D779F8-2F9D-4A71-B1BA-20D54A79FF82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110E2-D23A-4C60-BC53-5BBB5A8E1E88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800" b="0" i="0" kern="1200" baseline="0"/>
            <a:t>Raport zilnic acțiuni</a:t>
          </a:r>
          <a:endParaRPr lang="en-US" sz="3800" kern="1200"/>
        </a:p>
      </dsp:txBody>
      <dsp:txXfrm>
        <a:off x="7841176" y="1049709"/>
        <a:ext cx="2932811" cy="18209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DE7FD-E4C9-4010-A5B2-993FC3EBF3A4}">
      <dsp:nvSpPr>
        <dsp:cNvPr id="0" name=""/>
        <dsp:cNvSpPr/>
      </dsp:nvSpPr>
      <dsp:spPr>
        <a:xfrm>
          <a:off x="0" y="0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0" i="0" kern="1200" baseline="0"/>
            <a:t>Analiza manuală este ineficientă</a:t>
          </a:r>
          <a:endParaRPr lang="en-US" sz="2700" kern="1200"/>
        </a:p>
      </dsp:txBody>
      <dsp:txXfrm>
        <a:off x="29410" y="29410"/>
        <a:ext cx="3620034" cy="945305"/>
      </dsp:txXfrm>
    </dsp:sp>
    <dsp:sp modelId="{46F29783-E9D6-4F39-B6BE-A49989874B29}">
      <dsp:nvSpPr>
        <dsp:cNvPr id="0" name=""/>
        <dsp:cNvSpPr/>
      </dsp:nvSpPr>
      <dsp:spPr>
        <a:xfrm>
          <a:off x="360013" y="1143587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385580"/>
                <a:satOff val="-238"/>
                <a:lumOff val="-245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385580"/>
                <a:satOff val="-238"/>
                <a:lumOff val="-245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385580"/>
                <a:satOff val="-238"/>
                <a:lumOff val="-245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0" i="0" kern="1200" baseline="0"/>
            <a:t>Datele financiare sunt heterogene</a:t>
          </a:r>
          <a:endParaRPr lang="en-US" sz="2700" kern="1200"/>
        </a:p>
      </dsp:txBody>
      <dsp:txXfrm>
        <a:off x="389423" y="1172997"/>
        <a:ext cx="3749532" cy="945305"/>
      </dsp:txXfrm>
    </dsp:sp>
    <dsp:sp modelId="{572330CD-34D1-4FFE-92A1-43C868EB0D8B}">
      <dsp:nvSpPr>
        <dsp:cNvPr id="0" name=""/>
        <dsp:cNvSpPr/>
      </dsp:nvSpPr>
      <dsp:spPr>
        <a:xfrm>
          <a:off x="720026" y="2287174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0" i="0" kern="1200" baseline="0"/>
            <a:t>Modelele AI individuale pot greși</a:t>
          </a:r>
          <a:endParaRPr lang="en-US" sz="2700" kern="1200"/>
        </a:p>
      </dsp:txBody>
      <dsp:txXfrm>
        <a:off x="749436" y="2316584"/>
        <a:ext cx="3749532" cy="945305"/>
      </dsp:txXfrm>
    </dsp:sp>
    <dsp:sp modelId="{B0D100C3-A215-4ADE-8F12-2ADE9DACAAFB}">
      <dsp:nvSpPr>
        <dsp:cNvPr id="0" name=""/>
        <dsp:cNvSpPr/>
      </dsp:nvSpPr>
      <dsp:spPr>
        <a:xfrm>
          <a:off x="1080039" y="3430762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156739"/>
                <a:satOff val="-715"/>
                <a:lumOff val="-73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156739"/>
                <a:satOff val="-715"/>
                <a:lumOff val="-73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156739"/>
                <a:satOff val="-715"/>
                <a:lumOff val="-735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0" i="0" kern="1200" baseline="0"/>
            <a:t>Sentimentul influențează piața</a:t>
          </a:r>
          <a:endParaRPr lang="en-US" sz="2700" kern="1200"/>
        </a:p>
      </dsp:txBody>
      <dsp:txXfrm>
        <a:off x="1109449" y="3460172"/>
        <a:ext cx="3749532" cy="945305"/>
      </dsp:txXfrm>
    </dsp:sp>
    <dsp:sp modelId="{4413372C-241E-412D-B5E9-FDB3B22E2DE0}">
      <dsp:nvSpPr>
        <dsp:cNvPr id="0" name=""/>
        <dsp:cNvSpPr/>
      </dsp:nvSpPr>
      <dsp:spPr>
        <a:xfrm>
          <a:off x="1440052" y="4574349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0" i="0" kern="1200" baseline="0" dirty="0"/>
            <a:t>Consensul crește acuratețea</a:t>
          </a:r>
          <a:endParaRPr lang="en-US" sz="2700" kern="1200" dirty="0"/>
        </a:p>
      </dsp:txBody>
      <dsp:txXfrm>
        <a:off x="1469462" y="4603759"/>
        <a:ext cx="3749532" cy="945305"/>
      </dsp:txXfrm>
    </dsp:sp>
    <dsp:sp modelId="{EB51C485-E859-4A57-9362-918E4EA2BC47}">
      <dsp:nvSpPr>
        <dsp:cNvPr id="0" name=""/>
        <dsp:cNvSpPr/>
      </dsp:nvSpPr>
      <dsp:spPr>
        <a:xfrm>
          <a:off x="4168365" y="733569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315218" y="733569"/>
        <a:ext cx="358975" cy="491142"/>
      </dsp:txXfrm>
    </dsp:sp>
    <dsp:sp modelId="{EA309FC7-16D2-4BF9-AB1C-B1ACF417EF54}">
      <dsp:nvSpPr>
        <dsp:cNvPr id="0" name=""/>
        <dsp:cNvSpPr/>
      </dsp:nvSpPr>
      <dsp:spPr>
        <a:xfrm>
          <a:off x="4528378" y="1877156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763962"/>
            <a:satOff val="-1802"/>
            <a:lumOff val="-64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763962"/>
              <a:satOff val="-1802"/>
              <a:lumOff val="-64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675231" y="1877156"/>
        <a:ext cx="358975" cy="491142"/>
      </dsp:txXfrm>
    </dsp:sp>
    <dsp:sp modelId="{26E904AE-C276-422B-BE9C-2823BFCA9991}">
      <dsp:nvSpPr>
        <dsp:cNvPr id="0" name=""/>
        <dsp:cNvSpPr/>
      </dsp:nvSpPr>
      <dsp:spPr>
        <a:xfrm>
          <a:off x="4888391" y="3004008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527923"/>
            <a:satOff val="-3604"/>
            <a:lumOff val="-128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527923"/>
              <a:satOff val="-3604"/>
              <a:lumOff val="-12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035244" y="3004008"/>
        <a:ext cx="358975" cy="491142"/>
      </dsp:txXfrm>
    </dsp:sp>
    <dsp:sp modelId="{9BB13F65-38F3-4A1B-9282-80E1F4028743}">
      <dsp:nvSpPr>
        <dsp:cNvPr id="0" name=""/>
        <dsp:cNvSpPr/>
      </dsp:nvSpPr>
      <dsp:spPr>
        <a:xfrm>
          <a:off x="5248405" y="4158753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395258" y="4158753"/>
        <a:ext cx="358975" cy="4911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E31B8C-6B7C-40CF-B22F-395A3D93973C}">
      <dsp:nvSpPr>
        <dsp:cNvPr id="0" name=""/>
        <dsp:cNvSpPr/>
      </dsp:nvSpPr>
      <dsp:spPr>
        <a:xfrm>
          <a:off x="0" y="0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Necesitatea automatizării complete</a:t>
          </a:r>
          <a:endParaRPr lang="en-US" sz="2500" kern="1200"/>
        </a:p>
      </dsp:txBody>
      <dsp:txXfrm>
        <a:off x="29410" y="29410"/>
        <a:ext cx="3620034" cy="945305"/>
      </dsp:txXfrm>
    </dsp:sp>
    <dsp:sp modelId="{71CA438B-A4C2-4298-ADB4-5D1D188EBF92}">
      <dsp:nvSpPr>
        <dsp:cNvPr id="0" name=""/>
        <dsp:cNvSpPr/>
      </dsp:nvSpPr>
      <dsp:spPr>
        <a:xfrm>
          <a:off x="360013" y="1143587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385580"/>
                <a:satOff val="-238"/>
                <a:lumOff val="-245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385580"/>
                <a:satOff val="-238"/>
                <a:lumOff val="-245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385580"/>
                <a:satOff val="-238"/>
                <a:lumOff val="-245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Integrarea surselor multiple</a:t>
          </a:r>
          <a:endParaRPr lang="en-US" sz="2500" kern="1200"/>
        </a:p>
      </dsp:txBody>
      <dsp:txXfrm>
        <a:off x="389423" y="1172997"/>
        <a:ext cx="3749532" cy="945305"/>
      </dsp:txXfrm>
    </dsp:sp>
    <dsp:sp modelId="{8147CC5C-E9EB-4BEE-91A7-3D11F7A6F47A}">
      <dsp:nvSpPr>
        <dsp:cNvPr id="0" name=""/>
        <dsp:cNvSpPr/>
      </dsp:nvSpPr>
      <dsp:spPr>
        <a:xfrm>
          <a:off x="720026" y="2287174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Combinare analiză tehnică + NLP</a:t>
          </a:r>
          <a:endParaRPr lang="en-US" sz="2500" kern="1200"/>
        </a:p>
      </dsp:txBody>
      <dsp:txXfrm>
        <a:off x="749436" y="2316584"/>
        <a:ext cx="3749532" cy="945305"/>
      </dsp:txXfrm>
    </dsp:sp>
    <dsp:sp modelId="{304DD404-04EF-45CB-AC21-8C765A0BF6E7}">
      <dsp:nvSpPr>
        <dsp:cNvPr id="0" name=""/>
        <dsp:cNvSpPr/>
      </dsp:nvSpPr>
      <dsp:spPr>
        <a:xfrm>
          <a:off x="1080039" y="3430762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156739"/>
                <a:satOff val="-715"/>
                <a:lumOff val="-73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156739"/>
                <a:satOff val="-715"/>
                <a:lumOff val="-73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156739"/>
                <a:satOff val="-715"/>
                <a:lumOff val="-735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Introducerea validării multi-AI</a:t>
          </a:r>
          <a:endParaRPr lang="en-US" sz="2500" kern="1200"/>
        </a:p>
      </dsp:txBody>
      <dsp:txXfrm>
        <a:off x="1109449" y="3460172"/>
        <a:ext cx="3749532" cy="945305"/>
      </dsp:txXfrm>
    </dsp:sp>
    <dsp:sp modelId="{4F63DE9A-14FE-413F-854A-E0EBC03F3868}">
      <dsp:nvSpPr>
        <dsp:cNvPr id="0" name=""/>
        <dsp:cNvSpPr/>
      </dsp:nvSpPr>
      <dsp:spPr>
        <a:xfrm>
          <a:off x="1440052" y="4574349"/>
          <a:ext cx="4821047" cy="1004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i="0" kern="1200" baseline="0"/>
            <a:t>Scor compozit pentru decizie</a:t>
          </a:r>
          <a:endParaRPr lang="en-US" sz="2500" kern="1200"/>
        </a:p>
      </dsp:txBody>
      <dsp:txXfrm>
        <a:off x="1469462" y="4603759"/>
        <a:ext cx="3749532" cy="945305"/>
      </dsp:txXfrm>
    </dsp:sp>
    <dsp:sp modelId="{2A23AA2E-3B4A-40D6-9672-EE985BEB10C7}">
      <dsp:nvSpPr>
        <dsp:cNvPr id="0" name=""/>
        <dsp:cNvSpPr/>
      </dsp:nvSpPr>
      <dsp:spPr>
        <a:xfrm>
          <a:off x="4168365" y="733569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315218" y="733569"/>
        <a:ext cx="358975" cy="491142"/>
      </dsp:txXfrm>
    </dsp:sp>
    <dsp:sp modelId="{FFD81B6B-74CF-413E-8511-D66EBB5FF88B}">
      <dsp:nvSpPr>
        <dsp:cNvPr id="0" name=""/>
        <dsp:cNvSpPr/>
      </dsp:nvSpPr>
      <dsp:spPr>
        <a:xfrm>
          <a:off x="4528378" y="1877156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763962"/>
            <a:satOff val="-1802"/>
            <a:lumOff val="-64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763962"/>
              <a:satOff val="-1802"/>
              <a:lumOff val="-64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675231" y="1877156"/>
        <a:ext cx="358975" cy="491142"/>
      </dsp:txXfrm>
    </dsp:sp>
    <dsp:sp modelId="{5928FCEE-E453-4EAC-8347-C83BBE03F169}">
      <dsp:nvSpPr>
        <dsp:cNvPr id="0" name=""/>
        <dsp:cNvSpPr/>
      </dsp:nvSpPr>
      <dsp:spPr>
        <a:xfrm>
          <a:off x="4888391" y="3004008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527923"/>
            <a:satOff val="-3604"/>
            <a:lumOff val="-128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527923"/>
              <a:satOff val="-3604"/>
              <a:lumOff val="-12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035244" y="3004008"/>
        <a:ext cx="358975" cy="491142"/>
      </dsp:txXfrm>
    </dsp:sp>
    <dsp:sp modelId="{F23D89B9-FB5A-4B1D-8F2F-36678DCB58E1}">
      <dsp:nvSpPr>
        <dsp:cNvPr id="0" name=""/>
        <dsp:cNvSpPr/>
      </dsp:nvSpPr>
      <dsp:spPr>
        <a:xfrm>
          <a:off x="5248405" y="4158753"/>
          <a:ext cx="652681" cy="65268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395258" y="4158753"/>
        <a:ext cx="358975" cy="4911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F1D22-8014-4610-8E61-A3F173278D20}">
      <dsp:nvSpPr>
        <dsp:cNvPr id="0" name=""/>
        <dsp:cNvSpPr/>
      </dsp:nvSpPr>
      <dsp:spPr>
        <a:xfrm>
          <a:off x="0" y="732917"/>
          <a:ext cx="6261100" cy="748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b="0" i="0" kern="1200" baseline="0"/>
            <a:t>Validare cross-AI a recomandării</a:t>
          </a:r>
          <a:endParaRPr lang="en-US" sz="3200" kern="1200"/>
        </a:p>
      </dsp:txBody>
      <dsp:txXfrm>
        <a:off x="36553" y="769470"/>
        <a:ext cx="6187994" cy="675694"/>
      </dsp:txXfrm>
    </dsp:sp>
    <dsp:sp modelId="{C7B92F4A-E354-40E1-A737-0BAF4B6C89A7}">
      <dsp:nvSpPr>
        <dsp:cNvPr id="0" name=""/>
        <dsp:cNvSpPr/>
      </dsp:nvSpPr>
      <dsp:spPr>
        <a:xfrm>
          <a:off x="0" y="1573877"/>
          <a:ext cx="6261100" cy="748800"/>
        </a:xfrm>
        <a:prstGeom prst="roundRect">
          <a:avLst/>
        </a:prstGeom>
        <a:gradFill rotWithShape="0">
          <a:gsLst>
            <a:gs pos="0">
              <a:schemeClr val="accent2">
                <a:hueOff val="1385580"/>
                <a:satOff val="-238"/>
                <a:lumOff val="-245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385580"/>
                <a:satOff val="-238"/>
                <a:lumOff val="-245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385580"/>
                <a:satOff val="-238"/>
                <a:lumOff val="-245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b="0" i="0" kern="1200" baseline="0"/>
            <a:t>Decizie bazată pe consens</a:t>
          </a:r>
          <a:endParaRPr lang="en-US" sz="3200" kern="1200"/>
        </a:p>
      </dsp:txBody>
      <dsp:txXfrm>
        <a:off x="36553" y="1610430"/>
        <a:ext cx="6187994" cy="675694"/>
      </dsp:txXfrm>
    </dsp:sp>
    <dsp:sp modelId="{7DFB7B3D-14AF-4FEC-AEFB-A6BCCD1A2513}">
      <dsp:nvSpPr>
        <dsp:cNvPr id="0" name=""/>
        <dsp:cNvSpPr/>
      </dsp:nvSpPr>
      <dsp:spPr>
        <a:xfrm>
          <a:off x="0" y="2414837"/>
          <a:ext cx="6261100" cy="748800"/>
        </a:xfrm>
        <a:prstGeom prst="roundRect">
          <a:avLst/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b="0" i="0" kern="1200" baseline="0"/>
            <a:t>Integrare end-to-end automată</a:t>
          </a:r>
          <a:endParaRPr lang="en-US" sz="3200" kern="1200"/>
        </a:p>
      </dsp:txBody>
      <dsp:txXfrm>
        <a:off x="36553" y="2451390"/>
        <a:ext cx="6187994" cy="675694"/>
      </dsp:txXfrm>
    </dsp:sp>
    <dsp:sp modelId="{7E846406-B307-4773-8D41-7DC1C3034FD1}">
      <dsp:nvSpPr>
        <dsp:cNvPr id="0" name=""/>
        <dsp:cNvSpPr/>
      </dsp:nvSpPr>
      <dsp:spPr>
        <a:xfrm>
          <a:off x="0" y="3255797"/>
          <a:ext cx="6261100" cy="748800"/>
        </a:xfrm>
        <a:prstGeom prst="roundRect">
          <a:avLst/>
        </a:prstGeom>
        <a:gradFill rotWithShape="0">
          <a:gsLst>
            <a:gs pos="0">
              <a:schemeClr val="accent2">
                <a:hueOff val="4156739"/>
                <a:satOff val="-715"/>
                <a:lumOff val="-73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156739"/>
                <a:satOff val="-715"/>
                <a:lumOff val="-73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156739"/>
                <a:satOff val="-715"/>
                <a:lumOff val="-735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b="0" i="0" kern="1200" baseline="0"/>
            <a:t>Reducere bias și zgomot</a:t>
          </a:r>
          <a:endParaRPr lang="en-US" sz="3200" kern="1200"/>
        </a:p>
      </dsp:txBody>
      <dsp:txXfrm>
        <a:off x="36553" y="3292350"/>
        <a:ext cx="6187994" cy="675694"/>
      </dsp:txXfrm>
    </dsp:sp>
    <dsp:sp modelId="{02BE4D9C-BD2F-4CE9-80A1-F674EFBC67EC}">
      <dsp:nvSpPr>
        <dsp:cNvPr id="0" name=""/>
        <dsp:cNvSpPr/>
      </dsp:nvSpPr>
      <dsp:spPr>
        <a:xfrm>
          <a:off x="0" y="4096757"/>
          <a:ext cx="6261100" cy="74880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b="0" i="0" kern="1200" baseline="0"/>
            <a:t>Alerte acționabile, nu brute</a:t>
          </a:r>
          <a:endParaRPr lang="en-US" sz="3200" kern="1200"/>
        </a:p>
      </dsp:txBody>
      <dsp:txXfrm>
        <a:off x="36553" y="4133310"/>
        <a:ext cx="6187994" cy="67569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044E9-63AC-40D9-824B-A7F4BF676118}">
      <dsp:nvSpPr>
        <dsp:cNvPr id="0" name=""/>
        <dsp:cNvSpPr/>
      </dsp:nvSpPr>
      <dsp:spPr>
        <a:xfrm>
          <a:off x="0" y="16877"/>
          <a:ext cx="6261100" cy="1312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Fama, E. – </a:t>
          </a:r>
          <a:r>
            <a:rPr lang="ro-RO" sz="3400" b="0" i="1" kern="1200" baseline="0"/>
            <a:t>Efficient Market Hypothesis</a:t>
          </a:r>
          <a:endParaRPr lang="en-US" sz="3400" kern="1200"/>
        </a:p>
      </dsp:txBody>
      <dsp:txXfrm>
        <a:off x="64083" y="80960"/>
        <a:ext cx="6132934" cy="1184574"/>
      </dsp:txXfrm>
    </dsp:sp>
    <dsp:sp modelId="{4D230B37-135C-483F-9435-43EF6B3F90E1}">
      <dsp:nvSpPr>
        <dsp:cNvPr id="0" name=""/>
        <dsp:cNvSpPr/>
      </dsp:nvSpPr>
      <dsp:spPr>
        <a:xfrm>
          <a:off x="0" y="1427537"/>
          <a:ext cx="6261100" cy="1312740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Tetlock, P. – </a:t>
          </a:r>
          <a:r>
            <a:rPr lang="ro-RO" sz="3400" b="0" i="1" kern="1200" baseline="0"/>
            <a:t>News Sentiment and Markets</a:t>
          </a:r>
          <a:endParaRPr lang="en-US" sz="3400" kern="1200"/>
        </a:p>
      </dsp:txBody>
      <dsp:txXfrm>
        <a:off x="64083" y="1491620"/>
        <a:ext cx="6132934" cy="1184574"/>
      </dsp:txXfrm>
    </dsp:sp>
    <dsp:sp modelId="{C9C7E1D7-E930-4197-94FD-0ABE83EAE7BF}">
      <dsp:nvSpPr>
        <dsp:cNvPr id="0" name=""/>
        <dsp:cNvSpPr/>
      </dsp:nvSpPr>
      <dsp:spPr>
        <a:xfrm>
          <a:off x="0" y="2838197"/>
          <a:ext cx="6261100" cy="1312740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Fischer, T. – </a:t>
          </a:r>
          <a:r>
            <a:rPr lang="ro-RO" sz="3400" b="0" i="1" kern="1200" baseline="0"/>
            <a:t>Deep Learning in Finance</a:t>
          </a:r>
          <a:endParaRPr lang="en-US" sz="3400" kern="1200"/>
        </a:p>
      </dsp:txBody>
      <dsp:txXfrm>
        <a:off x="64083" y="2902280"/>
        <a:ext cx="6132934" cy="1184574"/>
      </dsp:txXfrm>
    </dsp:sp>
    <dsp:sp modelId="{F1F7695B-0E55-4689-81EF-E223FE9ED507}">
      <dsp:nvSpPr>
        <dsp:cNvPr id="0" name=""/>
        <dsp:cNvSpPr/>
      </dsp:nvSpPr>
      <dsp:spPr>
        <a:xfrm>
          <a:off x="0" y="4248857"/>
          <a:ext cx="6261100" cy="131274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i="0" kern="1200" baseline="0"/>
            <a:t>Zhang et al. – </a:t>
          </a:r>
          <a:r>
            <a:rPr lang="ro-RO" sz="3400" b="0" i="1" kern="1200" baseline="0"/>
            <a:t>Stock Prediction with NLP</a:t>
          </a:r>
          <a:endParaRPr lang="en-US" sz="3400" kern="1200"/>
        </a:p>
      </dsp:txBody>
      <dsp:txXfrm>
        <a:off x="64083" y="4312940"/>
        <a:ext cx="6132934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55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834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8019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974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4557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0912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775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80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75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65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643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1610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45478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8291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7840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0936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49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A2EF7-0A91-453E-BA72-5050A9807ACD}" type="datetimeFigureOut">
              <a:rPr lang="ro-RO" smtClean="0"/>
              <a:t>19.01.2026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DFB74-B806-4DC7-8333-915A2A16766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8157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E308-08DC-6E95-C839-8F745C510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Trading Bot</a:t>
            </a:r>
            <a:endParaRPr lang="ro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FE281-9CBE-5F20-9DAD-8E1D8F1B9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394039"/>
            <a:ext cx="8641576" cy="1117687"/>
          </a:xfrm>
        </p:spPr>
        <p:txBody>
          <a:bodyPr/>
          <a:lstStyle/>
          <a:p>
            <a:r>
              <a:rPr lang="en-US" dirty="0"/>
              <a:t>Teodorescu-</a:t>
            </a:r>
            <a:r>
              <a:rPr lang="en-US" dirty="0" err="1"/>
              <a:t>Colciu</a:t>
            </a:r>
            <a:r>
              <a:rPr lang="en-US" dirty="0"/>
              <a:t> Matei | Dumitrache Alexandru-Roberto | </a:t>
            </a:r>
            <a:r>
              <a:rPr lang="ro-RO" dirty="0"/>
              <a:t>Ș</a:t>
            </a:r>
            <a:r>
              <a:rPr lang="en-US" dirty="0" err="1"/>
              <a:t>erban</a:t>
            </a:r>
            <a:r>
              <a:rPr lang="en-US" dirty="0"/>
              <a:t> Albert</a:t>
            </a:r>
            <a:endParaRPr 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93DA3-A46C-E442-46BF-81D392FED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525" y="2468484"/>
            <a:ext cx="3426334" cy="19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2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0587-D6B0-F03C-D47D-BBB0CE07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Cuprins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6BEC2-F932-072F-2551-3895C799D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Problema</a:t>
            </a:r>
            <a:r>
              <a:rPr lang="en-US" dirty="0"/>
              <a:t>/</a:t>
            </a:r>
            <a:r>
              <a:rPr lang="en-US" dirty="0" err="1"/>
              <a:t>Motivatia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Propunerea</a:t>
            </a:r>
            <a:r>
              <a:rPr lang="en-US" dirty="0"/>
              <a:t> </a:t>
            </a:r>
            <a:r>
              <a:rPr lang="en-US" dirty="0" err="1"/>
              <a:t>implementarii</a:t>
            </a:r>
            <a:r>
              <a:rPr lang="en-US" dirty="0"/>
              <a:t> </a:t>
            </a:r>
            <a:r>
              <a:rPr lang="en-US" dirty="0" err="1"/>
              <a:t>tehnice</a:t>
            </a:r>
            <a:r>
              <a:rPr lang="en-US" dirty="0"/>
              <a:t>/ </a:t>
            </a:r>
            <a:r>
              <a:rPr lang="en-US" dirty="0" err="1"/>
              <a:t>Metoda</a:t>
            </a:r>
            <a:endParaRPr lang="en-US" dirty="0"/>
          </a:p>
          <a:p>
            <a:r>
              <a:rPr lang="en-US" dirty="0"/>
              <a:t>3. State of the art/ </a:t>
            </a:r>
            <a:r>
              <a:rPr lang="en-US" dirty="0" err="1"/>
              <a:t>Stadiul</a:t>
            </a:r>
            <a:r>
              <a:rPr lang="en-US" dirty="0"/>
              <a:t> actual al </a:t>
            </a:r>
            <a:r>
              <a:rPr lang="en-US" dirty="0" err="1"/>
              <a:t>cunoasterii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Experimente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rezultate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79189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06B9FE-7E5A-4047-B5D3-C3C24BD3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EBA20-0A64-45D5-B937-FE93DCA01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AD5E5B-543A-4690-8C75-BACF7FFB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739700-980C-4F96-84CD-97157DFE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2A2FDCB-3B06-44F3-A0AA-2C056C3E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AACCA-FEEB-0842-3022-16699936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461844" cy="10809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Problem</a:t>
            </a:r>
            <a:r>
              <a:rPr lang="ro-RO" dirty="0">
                <a:solidFill>
                  <a:srgbClr val="FFFFFF"/>
                </a:solidFill>
              </a:rPr>
              <a:t>ă</a:t>
            </a:r>
            <a:r>
              <a:rPr lang="en-US" dirty="0">
                <a:solidFill>
                  <a:srgbClr val="FFFFFF"/>
                </a:solidFill>
              </a:rPr>
              <a:t>/Motiva</a:t>
            </a:r>
            <a:r>
              <a:rPr lang="ro-RO" dirty="0">
                <a:solidFill>
                  <a:srgbClr val="FFFFFF"/>
                </a:solidFill>
              </a:rPr>
              <a:t>ț</a:t>
            </a:r>
            <a:r>
              <a:rPr lang="en-US" dirty="0" err="1">
                <a:solidFill>
                  <a:srgbClr val="FFFFFF"/>
                </a:solidFill>
              </a:rPr>
              <a:t>ia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proiectului</a:t>
            </a:r>
            <a:endParaRPr lang="ro-RO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C17C02-434C-1C00-D030-125F15E32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538" y="2717006"/>
            <a:ext cx="4286250" cy="2381250"/>
          </a:xfrm>
        </p:spPr>
      </p:pic>
    </p:spTree>
    <p:extLst>
      <p:ext uri="{BB962C8B-B14F-4D97-AF65-F5344CB8AC3E}">
        <p14:creationId xmlns:p14="http://schemas.microsoft.com/office/powerpoint/2010/main" val="392150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6EC5AD-977D-4411-AC6F-5677D6D5C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DC4F7D-6CBC-4B88-80C9-3E5BBFA8D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5CD2AA-865E-46EF-BE02-B7F59735C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DF6FA-0ECA-5928-1789-822DB1CE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4714194"/>
            <a:ext cx="8129353" cy="1311176"/>
          </a:xfrm>
        </p:spPr>
        <p:txBody>
          <a:bodyPr anchor="b">
            <a:normAutofit/>
          </a:bodyPr>
          <a:lstStyle/>
          <a:p>
            <a:pPr algn="r"/>
            <a:r>
              <a:rPr lang="en-US" sz="4800" dirty="0"/>
              <a:t>Problem</a:t>
            </a:r>
            <a:r>
              <a:rPr lang="ro-RO" sz="4800" dirty="0"/>
              <a:t>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36E79C-DAF3-497B-8829-B578C633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CBA651-59F0-4056-852B-7BA312B84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49CAF-504A-44ED-AD20-0880DCFE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1894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18056C-6EA6-4474-B02E-6C914AE04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A057AA1-5DE7-970F-FA2D-85DDE3F82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40157"/>
              </p:ext>
            </p:extLst>
          </p:nvPr>
        </p:nvGraphicFramePr>
        <p:xfrm>
          <a:off x="620713" y="644525"/>
          <a:ext cx="10931525" cy="360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AutoShape 2">
            <a:extLst>
              <a:ext uri="{FF2B5EF4-FFF2-40B4-BE49-F238E27FC236}">
                <a16:creationId xmlns:a16="http://schemas.microsoft.com/office/drawing/2014/main" id="{9A959D64-B415-1037-531A-E87C2810E2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135C2-4DB8-2658-46CC-B58A250947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13" y="4268883"/>
            <a:ext cx="2954756" cy="20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B22D-80AB-60D0-B06C-B905BB762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 err="1"/>
              <a:t>Implica</a:t>
            </a:r>
            <a:r>
              <a:rPr lang="ro-RO" dirty="0"/>
              <a:t>ț</a:t>
            </a:r>
            <a:r>
              <a:rPr lang="en-US" dirty="0"/>
              <a:t>ii</a:t>
            </a:r>
            <a:endParaRPr lang="ro-RO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F2C3E0A-4484-B15C-A2F6-C9CC9A94B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834468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DD99AE9-41BA-5E26-2C4C-696ABE3CA4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206416"/>
            <a:ext cx="2743000" cy="193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1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A36B-55D8-5C0A-3AA5-3FE605EF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 err="1"/>
              <a:t>Propunerea</a:t>
            </a:r>
            <a:r>
              <a:rPr lang="en-US" dirty="0"/>
              <a:t> </a:t>
            </a:r>
            <a:r>
              <a:rPr lang="en-US" dirty="0" err="1"/>
              <a:t>noastr</a:t>
            </a:r>
            <a:r>
              <a:rPr lang="ro-RO" dirty="0"/>
              <a:t>ă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174BFDA-48A7-23DC-7D75-C9013F31B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052080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519C47F-67B0-D4AC-E383-308A2F7A1E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526" y="397077"/>
            <a:ext cx="2390986" cy="179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92DE2-DE12-47BC-E6CD-5E99DD54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Rezolvare</a:t>
            </a:r>
            <a:endParaRPr lang="ro-RO" sz="440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82341C4-72AD-DE59-91AD-E65BD0B06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130339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07228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91BF0-73C1-5E12-A2AC-4F391BDB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4E9213-3EEB-5575-A051-6136C921A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177859-B62D-BEAB-D683-DA2FE6BB7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3705E2-50B1-2934-E68D-1F827FD56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C112A5-ED1E-5820-D710-BBCD04C08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1F4B673-C2A1-8E45-96AF-B0DF583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9CD18-1EBC-B4C4-D289-1AA24FC39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" y="810074"/>
            <a:ext cx="9447929" cy="1080938"/>
          </a:xfrm>
        </p:spPr>
        <p:txBody>
          <a:bodyPr>
            <a:normAutofit/>
          </a:bodyPr>
          <a:lstStyle/>
          <a:p>
            <a:r>
              <a:rPr lang="en-US" dirty="0" err="1"/>
              <a:t>Propunerea</a:t>
            </a:r>
            <a:r>
              <a:rPr lang="en-US" dirty="0"/>
              <a:t> implement</a:t>
            </a:r>
            <a:r>
              <a:rPr lang="ro-RO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tehnice</a:t>
            </a:r>
            <a:r>
              <a:rPr lang="en-US" dirty="0"/>
              <a:t>/</a:t>
            </a:r>
            <a:r>
              <a:rPr lang="en-US" dirty="0" err="1"/>
              <a:t>Metoda</a:t>
            </a:r>
            <a:endParaRPr lang="ro-RO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1B259-E423-A3E7-DC2E-F6236D01B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538" y="2717006"/>
            <a:ext cx="4286250" cy="2381250"/>
          </a:xfrm>
        </p:spPr>
      </p:pic>
    </p:spTree>
    <p:extLst>
      <p:ext uri="{BB962C8B-B14F-4D97-AF65-F5344CB8AC3E}">
        <p14:creationId xmlns:p14="http://schemas.microsoft.com/office/powerpoint/2010/main" val="329503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FE1C-8432-97E2-C8BD-804EB43F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</a:t>
            </a:r>
            <a:r>
              <a:rPr lang="ro-RO" dirty="0"/>
              <a:t>ă</a:t>
            </a:r>
            <a:r>
              <a:rPr lang="en-US" dirty="0"/>
              <a:t> Bloc</a:t>
            </a:r>
            <a:endParaRPr lang="ro-RO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6B59EBDB-9ECC-23BC-6BFA-2A65E19DE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153758"/>
              </p:ext>
            </p:extLst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559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8AA0-8C65-8883-598F-34D0881C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/>
              <a:t>Colectare date</a:t>
            </a:r>
            <a:endParaRPr lang="ro-RO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66C9AD3-0293-744C-D02E-7D55B6767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871828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861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7DDE-3B32-005D-6163-99090CDF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Analiz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tehnic</a:t>
            </a:r>
            <a:r>
              <a:rPr lang="ro-RO" dirty="0"/>
              <a:t>ă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5F676C4-051F-63B5-2A30-B134107A8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46404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F8A7-F109-48F9-829B-5677D585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o-RO" dirty="0"/>
              <a:t>Analiză AI &amp; predicție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3F2BDB0-47D4-6A4C-EAF9-6A124B364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37529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439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8390-08F1-1513-FC6A-1F0F1E14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o-RO" dirty="0"/>
              <a:t>Validare consens AI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2E78817-338E-2FD8-A6D2-1C4A2C1F7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91014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585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4D66-2F7A-0DD9-25D5-07D606C5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o-RO" dirty="0"/>
              <a:t>Livrare rezultat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F54481-3182-F22D-675D-2901C592A2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48324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DB37E71-4A0E-B0F6-2576-A7B208F17B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240" y="4323080"/>
            <a:ext cx="1266612" cy="9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79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DE0D0-FDD8-5EC5-C39A-BD1F193B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FEDFD-3E79-F93B-7FC6-BED8C0EA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406AF-CC4F-D017-1E21-422F431E2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C273F3-D012-31E7-295C-FB4B47B35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D254C9-63A6-0E27-78C2-BF3123583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4A3900A-61C9-368B-3499-58ED6514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2C166-02C4-E6A1-4D09-14EB2B52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" y="810074"/>
            <a:ext cx="9447929" cy="1080938"/>
          </a:xfrm>
        </p:spPr>
        <p:txBody>
          <a:bodyPr>
            <a:normAutofit/>
          </a:bodyPr>
          <a:lstStyle/>
          <a:p>
            <a:r>
              <a:rPr lang="ro-RO" dirty="0"/>
              <a:t>State of the art</a:t>
            </a:r>
            <a:endParaRPr lang="ro-RO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F602AB-2393-C20C-113C-7F8F7CA69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538" y="2717006"/>
            <a:ext cx="4286250" cy="2381250"/>
          </a:xfrm>
        </p:spPr>
      </p:pic>
    </p:spTree>
    <p:extLst>
      <p:ext uri="{BB962C8B-B14F-4D97-AF65-F5344CB8AC3E}">
        <p14:creationId xmlns:p14="http://schemas.microsoft.com/office/powerpoint/2010/main" val="96151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5F9F2-4BD7-AD91-1289-C4BB1D10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ro-RO" sz="4400" dirty="0"/>
              <a:t>Concluzii din literatură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84D1DC4-00A5-6FCA-39A4-9410247F7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3396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386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5A1BD-1B11-8DB1-B5A2-C86AA187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ro-RO" sz="4400"/>
              <a:t>Impact asupra proiectului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C55969D-BB23-CB75-B76A-96AFE94DC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971355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5138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857B1-9112-EAA2-8A0B-BF68F089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ro-RO" sz="4400"/>
              <a:t>Diferențiere față de SOTA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94B31E8-C00C-2EF3-C5F1-6E960DFDF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63670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27554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E536-52EF-901F-8C65-94A99261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Experimente și rezultate</a:t>
            </a:r>
            <a:r>
              <a:rPr lang="en-US" dirty="0"/>
              <a:t> - Before</a:t>
            </a:r>
          </a:p>
        </p:txBody>
      </p:sp>
      <p:pic>
        <p:nvPicPr>
          <p:cNvPr id="1028" name="Picture 4" descr="r/MemeRestoration - [Restoration] My take on a &quot;Not Stonks&quot; - .pdn available !">
            <a:extLst>
              <a:ext uri="{FF2B5EF4-FFF2-40B4-BE49-F238E27FC236}">
                <a16:creationId xmlns:a16="http://schemas.microsoft.com/office/drawing/2014/main" id="{257A05A6-4CF4-0FF9-BD28-E69C14A13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251" y="2236293"/>
            <a:ext cx="6096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96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29A48-0017-F848-0778-DC2804B9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D52F-3152-8A9A-7041-FC5ECA14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o-RO" dirty="0"/>
              <a:t>Experimente și rezultate</a:t>
            </a:r>
            <a:r>
              <a:rPr lang="en-US" dirty="0"/>
              <a:t> - After</a:t>
            </a:r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53E32-9514-5F08-5DDA-59331EEAC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185" y="2187859"/>
            <a:ext cx="5939695" cy="443992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5360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552E-71BC-F198-308F-BC893E60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EX: SOFI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8B510B2-FD44-C14B-C166-9F87ED6B4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52" y="2151691"/>
            <a:ext cx="3085328" cy="44311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87BDC0A-5862-947B-ECE0-68C3D53C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15" y="2478686"/>
            <a:ext cx="2867425" cy="35533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FB98DB-CF09-FBED-BBFC-2C481FAC7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600" y="5064760"/>
            <a:ext cx="2390986" cy="1793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D62D5B-3724-1F24-9C75-8500CB017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92" y="2151691"/>
            <a:ext cx="2060325" cy="445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9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9CC29-417A-D386-3102-FFD58697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9394F6-DA86-FE5A-80AC-E5EED03A1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A677DA-EDF5-B09E-2DFF-BDEFCE3C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0ACA51D-6D99-BFCA-2BE8-BFEDCA19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F0DD1D-70A8-2A78-0EC7-C3E175F4F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6FEB222-7F80-6FEF-4BD8-ECF2D162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DE93F-6834-1F32-219B-82D480AF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ro-RO" sz="4400" dirty="0"/>
              <a:t>Bibliografie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5233D3E-DB21-DFA2-3782-3C0838F0A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1118473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139</TotalTime>
  <Words>391</Words>
  <Application>Microsoft Office PowerPoint</Application>
  <PresentationFormat>Widescreen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Trebuchet MS</vt:lpstr>
      <vt:lpstr>Berlin</vt:lpstr>
      <vt:lpstr>AI Trading Bot</vt:lpstr>
      <vt:lpstr>Cuprins</vt:lpstr>
      <vt:lpstr>Problemă/Motivația proiectului</vt:lpstr>
      <vt:lpstr>Problemă</vt:lpstr>
      <vt:lpstr>Implicații</vt:lpstr>
      <vt:lpstr>Propunerea noastră</vt:lpstr>
      <vt:lpstr>Rezolvare</vt:lpstr>
      <vt:lpstr>Propunerea implementării tehnice/Metoda</vt:lpstr>
      <vt:lpstr>Diagramă Bloc</vt:lpstr>
      <vt:lpstr>Colectare date</vt:lpstr>
      <vt:lpstr>Analiză tehnică</vt:lpstr>
      <vt:lpstr>Analiză AI &amp; predicție</vt:lpstr>
      <vt:lpstr>Validare consens AI</vt:lpstr>
      <vt:lpstr>Livrare rezultat</vt:lpstr>
      <vt:lpstr>State of the art</vt:lpstr>
      <vt:lpstr>Concluzii din literatură</vt:lpstr>
      <vt:lpstr>Impact asupra proiectului</vt:lpstr>
      <vt:lpstr>Diferențiere față de SOTA</vt:lpstr>
      <vt:lpstr>Experimente și rezultate - Before</vt:lpstr>
      <vt:lpstr>Experimente și rezultate - After</vt:lpstr>
      <vt:lpstr>EX: SOFI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ŞERBAN (134701)</dc:creator>
  <cp:lastModifiedBy>Alexandru Dumitrache</cp:lastModifiedBy>
  <cp:revision>5</cp:revision>
  <dcterms:created xsi:type="dcterms:W3CDTF">2026-01-18T17:50:29Z</dcterms:created>
  <dcterms:modified xsi:type="dcterms:W3CDTF">2026-01-19T17:30:12Z</dcterms:modified>
</cp:coreProperties>
</file>